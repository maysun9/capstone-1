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2" r:id="rId1"/>
  </p:sldMasterIdLst>
  <p:notesMasterIdLst>
    <p:notesMasterId r:id="rId14"/>
  </p:notesMasterIdLst>
  <p:sldIdLst>
    <p:sldId id="256" r:id="rId2"/>
    <p:sldId id="304" r:id="rId3"/>
    <p:sldId id="305" r:id="rId4"/>
    <p:sldId id="259" r:id="rId5"/>
    <p:sldId id="261" r:id="rId6"/>
    <p:sldId id="306" r:id="rId7"/>
    <p:sldId id="307" r:id="rId8"/>
    <p:sldId id="302" r:id="rId9"/>
    <p:sldId id="303" r:id="rId10"/>
    <p:sldId id="300" r:id="rId11"/>
    <p:sldId id="301" r:id="rId12"/>
    <p:sldId id="277" r:id="rId13"/>
  </p:sldIdLst>
  <p:sldSz cx="9144000" cy="5143500" type="screen16x9"/>
  <p:notesSz cx="6858000" cy="9144000"/>
  <p:embeddedFontLst>
    <p:embeddedFont>
      <p:font typeface="Fira Code" panose="020B0809050000020004" pitchFamily="49" charset="0"/>
      <p:regular r:id="rId15"/>
      <p:bold r:id="rId1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3B8A934-E41F-0A40-9FA1-35F184338049}" v="1" dt="2026-05-05T13:21:43.833"/>
  </p1510:revLst>
</p1510:revInfo>
</file>

<file path=ppt/tableStyles.xml><?xml version="1.0" encoding="utf-8"?>
<a:tblStyleLst xmlns:a="http://schemas.openxmlformats.org/drawingml/2006/main" def="{5C71D195-45E8-4A51-8769-47BAD06E07B7}">
  <a:tblStyle styleId="{5C71D195-45E8-4A51-8769-47BAD06E07B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5361"/>
    <p:restoredTop sz="94681"/>
  </p:normalViewPr>
  <p:slideViewPr>
    <p:cSldViewPr snapToGrid="0">
      <p:cViewPr varScale="1">
        <p:scale>
          <a:sx n="82" d="100"/>
          <a:sy n="82" d="100"/>
        </p:scale>
        <p:origin x="184" y="11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ميسون صلاح شباب الحربي" userId="8bdc80d4-b254-458f-b5fb-76fc144e355f" providerId="ADAL" clId="{43B8A934-E41F-0A40-9FA1-35F184338049}"/>
    <pc:docChg chg="custSel modSld sldOrd">
      <pc:chgData name="ميسون صلاح شباب الحربي" userId="8bdc80d4-b254-458f-b5fb-76fc144e355f" providerId="ADAL" clId="{43B8A934-E41F-0A40-9FA1-35F184338049}" dt="2026-05-05T13:53:38.699" v="23" actId="20577"/>
      <pc:docMkLst>
        <pc:docMk/>
      </pc:docMkLst>
      <pc:sldChg chg="modSp mod">
        <pc:chgData name="ميسون صلاح شباب الحربي" userId="8bdc80d4-b254-458f-b5fb-76fc144e355f" providerId="ADAL" clId="{43B8A934-E41F-0A40-9FA1-35F184338049}" dt="2026-05-05T13:50:09.313" v="19" actId="20577"/>
        <pc:sldMkLst>
          <pc:docMk/>
          <pc:sldMk cId="0" sldId="259"/>
        </pc:sldMkLst>
        <pc:spChg chg="mod">
          <ac:chgData name="ميسون صلاح شباب الحربي" userId="8bdc80d4-b254-458f-b5fb-76fc144e355f" providerId="ADAL" clId="{43B8A934-E41F-0A40-9FA1-35F184338049}" dt="2026-05-05T13:50:09.313" v="19" actId="20577"/>
          <ac:spMkLst>
            <pc:docMk/>
            <pc:sldMk cId="0" sldId="259"/>
            <ac:spMk id="500" creationId="{00000000-0000-0000-0000-000000000000}"/>
          </ac:spMkLst>
        </pc:spChg>
      </pc:sldChg>
      <pc:sldChg chg="addSp delSp modSp mod">
        <pc:chgData name="ميسون صلاح شباب الحربي" userId="8bdc80d4-b254-458f-b5fb-76fc144e355f" providerId="ADAL" clId="{43B8A934-E41F-0A40-9FA1-35F184338049}" dt="2026-05-05T13:21:59.436" v="9" actId="1076"/>
        <pc:sldMkLst>
          <pc:docMk/>
          <pc:sldMk cId="0" sldId="261"/>
        </pc:sldMkLst>
        <pc:picChg chg="add mod">
          <ac:chgData name="ميسون صلاح شباب الحربي" userId="8bdc80d4-b254-458f-b5fb-76fc144e355f" providerId="ADAL" clId="{43B8A934-E41F-0A40-9FA1-35F184338049}" dt="2026-05-05T13:21:59.436" v="9" actId="1076"/>
          <ac:picMkLst>
            <pc:docMk/>
            <pc:sldMk cId="0" sldId="261"/>
            <ac:picMk id="3" creationId="{66AFB39C-4DDC-337A-BCEF-3376776088F2}"/>
          </ac:picMkLst>
        </pc:picChg>
        <pc:picChg chg="del">
          <ac:chgData name="ميسون صلاح شباب الحربي" userId="8bdc80d4-b254-458f-b5fb-76fc144e355f" providerId="ADAL" clId="{43B8A934-E41F-0A40-9FA1-35F184338049}" dt="2026-05-05T13:21:37.827" v="2" actId="478"/>
          <ac:picMkLst>
            <pc:docMk/>
            <pc:sldMk cId="0" sldId="261"/>
            <ac:picMk id="5" creationId="{85A1083B-00FE-83ED-068C-E6A241C26A4E}"/>
          </ac:picMkLst>
        </pc:picChg>
      </pc:sldChg>
      <pc:sldChg chg="modSp mod">
        <pc:chgData name="ميسون صلاح شباب الحربي" userId="8bdc80d4-b254-458f-b5fb-76fc144e355f" providerId="ADAL" clId="{43B8A934-E41F-0A40-9FA1-35F184338049}" dt="2026-05-05T13:53:38.699" v="23" actId="20577"/>
        <pc:sldMkLst>
          <pc:docMk/>
          <pc:sldMk cId="1526857108" sldId="300"/>
        </pc:sldMkLst>
        <pc:spChg chg="mod">
          <ac:chgData name="ميسون صلاح شباب الحربي" userId="8bdc80d4-b254-458f-b5fb-76fc144e355f" providerId="ADAL" clId="{43B8A934-E41F-0A40-9FA1-35F184338049}" dt="2026-05-05T13:53:38.699" v="23" actId="20577"/>
          <ac:spMkLst>
            <pc:docMk/>
            <pc:sldMk cId="1526857108" sldId="300"/>
            <ac:spMk id="500" creationId="{561AB82F-6CE7-EB6F-DF06-E5B0C775927D}"/>
          </ac:spMkLst>
        </pc:spChg>
      </pc:sldChg>
      <pc:sldChg chg="modSp mod ord">
        <pc:chgData name="ميسون صلاح شباب الحربي" userId="8bdc80d4-b254-458f-b5fb-76fc144e355f" providerId="ADAL" clId="{43B8A934-E41F-0A40-9FA1-35F184338049}" dt="2026-05-05T13:53:33.198" v="22" actId="20577"/>
        <pc:sldMkLst>
          <pc:docMk/>
          <pc:sldMk cId="656913131" sldId="302"/>
        </pc:sldMkLst>
        <pc:spChg chg="mod">
          <ac:chgData name="ميسون صلاح شباب الحربي" userId="8bdc80d4-b254-458f-b5fb-76fc144e355f" providerId="ADAL" clId="{43B8A934-E41F-0A40-9FA1-35F184338049}" dt="2026-05-05T13:53:33.198" v="22" actId="20577"/>
          <ac:spMkLst>
            <pc:docMk/>
            <pc:sldMk cId="656913131" sldId="302"/>
            <ac:spMk id="500" creationId="{51EC402C-6C83-161F-91F6-211DADD37C52}"/>
          </ac:spMkLst>
        </pc:spChg>
        <pc:spChg chg="mod">
          <ac:chgData name="ميسون صلاح شباب الحربي" userId="8bdc80d4-b254-458f-b5fb-76fc144e355f" providerId="ADAL" clId="{43B8A934-E41F-0A40-9FA1-35F184338049}" dt="2026-05-05T08:49:21.327" v="1" actId="20577"/>
          <ac:spMkLst>
            <pc:docMk/>
            <pc:sldMk cId="656913131" sldId="302"/>
            <ac:spMk id="502" creationId="{8E29B448-29D7-D503-639F-AAE4F19DF234}"/>
          </ac:spMkLst>
        </pc:spChg>
      </pc:sldChg>
      <pc:sldChg chg="ord">
        <pc:chgData name="ميسون صلاح شباب الحربي" userId="8bdc80d4-b254-458f-b5fb-76fc144e355f" providerId="ADAL" clId="{43B8A934-E41F-0A40-9FA1-35F184338049}" dt="2026-05-05T13:52:22.310" v="21" actId="20578"/>
        <pc:sldMkLst>
          <pc:docMk/>
          <pc:sldMk cId="1754922474" sldId="303"/>
        </pc:sldMkLst>
      </pc:sldChg>
      <pc:sldChg chg="modSp mod ord">
        <pc:chgData name="ميسون صلاح شباب الحربي" userId="8bdc80d4-b254-458f-b5fb-76fc144e355f" providerId="ADAL" clId="{43B8A934-E41F-0A40-9FA1-35F184338049}" dt="2026-05-05T13:46:06.184" v="17" actId="20577"/>
        <pc:sldMkLst>
          <pc:docMk/>
          <pc:sldMk cId="1684319882" sldId="304"/>
        </pc:sldMkLst>
        <pc:spChg chg="mod">
          <ac:chgData name="ميسون صلاح شباب الحربي" userId="8bdc80d4-b254-458f-b5fb-76fc144e355f" providerId="ADAL" clId="{43B8A934-E41F-0A40-9FA1-35F184338049}" dt="2026-05-05T13:46:06.184" v="17" actId="20577"/>
          <ac:spMkLst>
            <pc:docMk/>
            <pc:sldMk cId="1684319882" sldId="304"/>
            <ac:spMk id="500" creationId="{0313C173-6133-F016-BBBF-91BCB3067B37}"/>
          </ac:spMkLst>
        </pc:spChg>
      </pc:sldChg>
      <pc:sldChg chg="ord">
        <pc:chgData name="ميسون صلاح شباب الحربي" userId="8bdc80d4-b254-458f-b5fb-76fc144e355f" providerId="ADAL" clId="{43B8A934-E41F-0A40-9FA1-35F184338049}" dt="2026-05-05T13:45:58.400" v="13" actId="20578"/>
        <pc:sldMkLst>
          <pc:docMk/>
          <pc:sldMk cId="2570581883" sldId="305"/>
        </pc:sldMkLst>
      </pc:sldChg>
      <pc:sldChg chg="modSp mod ord">
        <pc:chgData name="ميسون صلاح شباب الحربي" userId="8bdc80d4-b254-458f-b5fb-76fc144e355f" providerId="ADAL" clId="{43B8A934-E41F-0A40-9FA1-35F184338049}" dt="2026-05-05T13:50:16.263" v="20" actId="20577"/>
        <pc:sldMkLst>
          <pc:docMk/>
          <pc:sldMk cId="108928792" sldId="306"/>
        </pc:sldMkLst>
        <pc:spChg chg="mod">
          <ac:chgData name="ميسون صلاح شباب الحربي" userId="8bdc80d4-b254-458f-b5fb-76fc144e355f" providerId="ADAL" clId="{43B8A934-E41F-0A40-9FA1-35F184338049}" dt="2026-05-05T13:50:16.263" v="20" actId="20577"/>
          <ac:spMkLst>
            <pc:docMk/>
            <pc:sldMk cId="108928792" sldId="306"/>
            <ac:spMk id="500" creationId="{B923DCB5-D84D-C880-3125-AF76A3820865}"/>
          </ac:spMkLst>
        </pc:spChg>
        <pc:spChg chg="mod">
          <ac:chgData name="ميسون صلاح شباب الحربي" userId="8bdc80d4-b254-458f-b5fb-76fc144e355f" providerId="ADAL" clId="{43B8A934-E41F-0A40-9FA1-35F184338049}" dt="2026-05-05T08:32:22.420" v="0" actId="20577"/>
          <ac:spMkLst>
            <pc:docMk/>
            <pc:sldMk cId="108928792" sldId="306"/>
            <ac:spMk id="501" creationId="{837A4294-9219-04D2-C9B0-A2F5DB37099E}"/>
          </ac:spMkLst>
        </pc:spChg>
      </pc:sldChg>
      <pc:sldChg chg="ord">
        <pc:chgData name="ميسون صلاح شباب الحربي" userId="8bdc80d4-b254-458f-b5fb-76fc144e355f" providerId="ADAL" clId="{43B8A934-E41F-0A40-9FA1-35F184338049}" dt="2026-05-05T13:49:58.499" v="18" actId="20578"/>
        <pc:sldMkLst>
          <pc:docMk/>
          <pc:sldMk cId="2803960482" sldId="307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ge7b513348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6" name="Google Shape;456;ge7b5133482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6">
          <a:extLst>
            <a:ext uri="{FF2B5EF4-FFF2-40B4-BE49-F238E27FC236}">
              <a16:creationId xmlns:a16="http://schemas.microsoft.com/office/drawing/2014/main" id="{6A0EDEDF-CFF7-AEA8-60B0-B3BD5D707A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ge7f9c668d6_0_6:notes">
            <a:extLst>
              <a:ext uri="{FF2B5EF4-FFF2-40B4-BE49-F238E27FC236}">
                <a16:creationId xmlns:a16="http://schemas.microsoft.com/office/drawing/2014/main" id="{4E7375C6-CEB5-C44D-F4B6-66B52726114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8" name="Google Shape;498;ge7f9c668d6_0_6:notes">
            <a:extLst>
              <a:ext uri="{FF2B5EF4-FFF2-40B4-BE49-F238E27FC236}">
                <a16:creationId xmlns:a16="http://schemas.microsoft.com/office/drawing/2014/main" id="{5BDA7536-5140-E027-B31A-12AAB3C8C2D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7624360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7">
          <a:extLst>
            <a:ext uri="{FF2B5EF4-FFF2-40B4-BE49-F238E27FC236}">
              <a16:creationId xmlns:a16="http://schemas.microsoft.com/office/drawing/2014/main" id="{EC7B8BF9-DF37-86A7-B74F-A81016051A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ge7b3cc9d39_0_5:notes">
            <a:extLst>
              <a:ext uri="{FF2B5EF4-FFF2-40B4-BE49-F238E27FC236}">
                <a16:creationId xmlns:a16="http://schemas.microsoft.com/office/drawing/2014/main" id="{68D02150-3BCB-72EB-ED4D-CEEE1CA706B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9" name="Google Shape;559;ge7b3cc9d39_0_5:notes">
            <a:extLst>
              <a:ext uri="{FF2B5EF4-FFF2-40B4-BE49-F238E27FC236}">
                <a16:creationId xmlns:a16="http://schemas.microsoft.com/office/drawing/2014/main" id="{C2318D15-EE29-9230-F421-5F2E3B5BD69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13740449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ge7f9c668d6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8" name="Google Shape;498;ge7f9c668d6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ge7b3cc9d39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9" name="Google Shape;559;ge7b3cc9d39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6">
          <a:extLst>
            <a:ext uri="{FF2B5EF4-FFF2-40B4-BE49-F238E27FC236}">
              <a16:creationId xmlns:a16="http://schemas.microsoft.com/office/drawing/2014/main" id="{7FB99B5D-619A-E41D-2F4A-7F50330E33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ge7f9c668d6_0_6:notes">
            <a:extLst>
              <a:ext uri="{FF2B5EF4-FFF2-40B4-BE49-F238E27FC236}">
                <a16:creationId xmlns:a16="http://schemas.microsoft.com/office/drawing/2014/main" id="{CD86B870-7A0C-6A79-E76B-3AAA622677C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8" name="Google Shape;498;ge7f9c668d6_0_6:notes">
            <a:extLst>
              <a:ext uri="{FF2B5EF4-FFF2-40B4-BE49-F238E27FC236}">
                <a16:creationId xmlns:a16="http://schemas.microsoft.com/office/drawing/2014/main" id="{986AD617-0567-0425-9B54-3950D75647E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6786541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7">
          <a:extLst>
            <a:ext uri="{FF2B5EF4-FFF2-40B4-BE49-F238E27FC236}">
              <a16:creationId xmlns:a16="http://schemas.microsoft.com/office/drawing/2014/main" id="{C2617E04-56D1-A6BA-3F77-F52A637864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ge7b3cc9d39_0_5:notes">
            <a:extLst>
              <a:ext uri="{FF2B5EF4-FFF2-40B4-BE49-F238E27FC236}">
                <a16:creationId xmlns:a16="http://schemas.microsoft.com/office/drawing/2014/main" id="{AEE10293-C94C-8E9C-FB75-A54E47B23D2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9" name="Google Shape;559;ge7b3cc9d39_0_5:notes">
            <a:extLst>
              <a:ext uri="{FF2B5EF4-FFF2-40B4-BE49-F238E27FC236}">
                <a16:creationId xmlns:a16="http://schemas.microsoft.com/office/drawing/2014/main" id="{B43E7F56-C825-8C0F-0E98-FB5D5C71E81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2341988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6">
          <a:extLst>
            <a:ext uri="{FF2B5EF4-FFF2-40B4-BE49-F238E27FC236}">
              <a16:creationId xmlns:a16="http://schemas.microsoft.com/office/drawing/2014/main" id="{95231124-4C6D-F26F-3BF5-F8B00ED2BE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ge7f9c668d6_0_6:notes">
            <a:extLst>
              <a:ext uri="{FF2B5EF4-FFF2-40B4-BE49-F238E27FC236}">
                <a16:creationId xmlns:a16="http://schemas.microsoft.com/office/drawing/2014/main" id="{63F7ECA5-A8CE-0364-511C-42C3742F57C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8" name="Google Shape;498;ge7f9c668d6_0_6:notes">
            <a:extLst>
              <a:ext uri="{FF2B5EF4-FFF2-40B4-BE49-F238E27FC236}">
                <a16:creationId xmlns:a16="http://schemas.microsoft.com/office/drawing/2014/main" id="{F29FA787-1B22-C9C1-532B-176DA213EA1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182927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7">
          <a:extLst>
            <a:ext uri="{FF2B5EF4-FFF2-40B4-BE49-F238E27FC236}">
              <a16:creationId xmlns:a16="http://schemas.microsoft.com/office/drawing/2014/main" id="{3C3400BF-EC35-91F0-9162-322784FCD5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ge7b3cc9d39_0_5:notes">
            <a:extLst>
              <a:ext uri="{FF2B5EF4-FFF2-40B4-BE49-F238E27FC236}">
                <a16:creationId xmlns:a16="http://schemas.microsoft.com/office/drawing/2014/main" id="{2E66293E-164F-5278-307D-D2E182261BE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9" name="Google Shape;559;ge7b3cc9d39_0_5:notes">
            <a:extLst>
              <a:ext uri="{FF2B5EF4-FFF2-40B4-BE49-F238E27FC236}">
                <a16:creationId xmlns:a16="http://schemas.microsoft.com/office/drawing/2014/main" id="{A0AF2FDC-773F-A3E9-F317-77E929148B1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94306559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6">
          <a:extLst>
            <a:ext uri="{FF2B5EF4-FFF2-40B4-BE49-F238E27FC236}">
              <a16:creationId xmlns:a16="http://schemas.microsoft.com/office/drawing/2014/main" id="{6948DA63-77F4-4AEC-1AAE-9392ABF81A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ge7f9c668d6_0_6:notes">
            <a:extLst>
              <a:ext uri="{FF2B5EF4-FFF2-40B4-BE49-F238E27FC236}">
                <a16:creationId xmlns:a16="http://schemas.microsoft.com/office/drawing/2014/main" id="{C432B7C1-8C5D-3CF6-4888-5871D7D87D7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8" name="Google Shape;498;ge7f9c668d6_0_6:notes">
            <a:extLst>
              <a:ext uri="{FF2B5EF4-FFF2-40B4-BE49-F238E27FC236}">
                <a16:creationId xmlns:a16="http://schemas.microsoft.com/office/drawing/2014/main" id="{C7DC42B5-3589-A021-F8AA-628B21BA9F8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6245550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7">
          <a:extLst>
            <a:ext uri="{FF2B5EF4-FFF2-40B4-BE49-F238E27FC236}">
              <a16:creationId xmlns:a16="http://schemas.microsoft.com/office/drawing/2014/main" id="{D988552D-8F49-0EDF-5A8A-234DC7B9C6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ge7b3cc9d39_0_5:notes">
            <a:extLst>
              <a:ext uri="{FF2B5EF4-FFF2-40B4-BE49-F238E27FC236}">
                <a16:creationId xmlns:a16="http://schemas.microsoft.com/office/drawing/2014/main" id="{DAFBEBFC-E053-B1CB-49AB-CB9B3272C2A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9" name="Google Shape;559;ge7b3cc9d39_0_5:notes">
            <a:extLst>
              <a:ext uri="{FF2B5EF4-FFF2-40B4-BE49-F238E27FC236}">
                <a16:creationId xmlns:a16="http://schemas.microsoft.com/office/drawing/2014/main" id="{35D928F0-2DA8-9E30-8A70-D4A9E09F739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4409562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9" name="Google Shape;2519;ge7f9c668d6_0_10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0" name="Google Shape;2520;ge7f9c668d6_0_10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>
            <a:off x="0" y="542575"/>
            <a:ext cx="9144000" cy="4058400"/>
          </a:xfrm>
          <a:prstGeom prst="rect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10;p2"/>
          <p:cNvSpPr/>
          <p:nvPr/>
        </p:nvSpPr>
        <p:spPr>
          <a:xfrm>
            <a:off x="0" y="0"/>
            <a:ext cx="4572000" cy="592800"/>
          </a:xfrm>
          <a:prstGeom prst="rect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ctrTitle"/>
          </p:nvPr>
        </p:nvSpPr>
        <p:spPr>
          <a:xfrm>
            <a:off x="1413525" y="1144250"/>
            <a:ext cx="5788800" cy="51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200"/>
              <a:buNone/>
              <a:defRPr sz="30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ubTitle" idx="1"/>
          </p:nvPr>
        </p:nvSpPr>
        <p:spPr>
          <a:xfrm>
            <a:off x="2231025" y="2765300"/>
            <a:ext cx="6202800" cy="46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>
                <a:solidFill>
                  <a:schemeClr val="accent3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2"/>
          </p:nvPr>
        </p:nvSpPr>
        <p:spPr>
          <a:xfrm>
            <a:off x="1788725" y="1761800"/>
            <a:ext cx="5788800" cy="46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4" name="Google Shape;14;p2"/>
          <p:cNvSpPr txBox="1"/>
          <p:nvPr/>
        </p:nvSpPr>
        <p:spPr>
          <a:xfrm>
            <a:off x="710125" y="745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5" name="Google Shape;15;p2"/>
          <p:cNvSpPr txBox="1"/>
          <p:nvPr/>
        </p:nvSpPr>
        <p:spPr>
          <a:xfrm>
            <a:off x="710125" y="1009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6" name="Google Shape;16;p2"/>
          <p:cNvSpPr txBox="1"/>
          <p:nvPr/>
        </p:nvSpPr>
        <p:spPr>
          <a:xfrm>
            <a:off x="710125" y="1273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7" name="Google Shape;17;p2"/>
          <p:cNvSpPr txBox="1"/>
          <p:nvPr/>
        </p:nvSpPr>
        <p:spPr>
          <a:xfrm>
            <a:off x="710125" y="1537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8" name="Google Shape;18;p2"/>
          <p:cNvSpPr txBox="1"/>
          <p:nvPr/>
        </p:nvSpPr>
        <p:spPr>
          <a:xfrm>
            <a:off x="710125" y="18007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5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9" name="Google Shape;19;p2"/>
          <p:cNvSpPr txBox="1"/>
          <p:nvPr/>
        </p:nvSpPr>
        <p:spPr>
          <a:xfrm>
            <a:off x="710125" y="20644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6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0" name="Google Shape;20;p2"/>
          <p:cNvSpPr txBox="1"/>
          <p:nvPr/>
        </p:nvSpPr>
        <p:spPr>
          <a:xfrm>
            <a:off x="710125" y="23281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7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1" name="Google Shape;21;p2"/>
          <p:cNvSpPr txBox="1"/>
          <p:nvPr/>
        </p:nvSpPr>
        <p:spPr>
          <a:xfrm>
            <a:off x="710125" y="25918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8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2" name="Google Shape;22;p2"/>
          <p:cNvSpPr txBox="1"/>
          <p:nvPr/>
        </p:nvSpPr>
        <p:spPr>
          <a:xfrm>
            <a:off x="710125" y="28555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9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3" name="Google Shape;23;p2"/>
          <p:cNvSpPr txBox="1"/>
          <p:nvPr/>
        </p:nvSpPr>
        <p:spPr>
          <a:xfrm>
            <a:off x="710125" y="31192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10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4" name="Google Shape;24;p2"/>
          <p:cNvSpPr txBox="1"/>
          <p:nvPr/>
        </p:nvSpPr>
        <p:spPr>
          <a:xfrm>
            <a:off x="710125" y="3382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5" name="Google Shape;25;p2"/>
          <p:cNvSpPr txBox="1"/>
          <p:nvPr/>
        </p:nvSpPr>
        <p:spPr>
          <a:xfrm>
            <a:off x="710125" y="3646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6" name="Google Shape;26;p2"/>
          <p:cNvSpPr txBox="1"/>
          <p:nvPr/>
        </p:nvSpPr>
        <p:spPr>
          <a:xfrm>
            <a:off x="710125" y="3910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7" name="Google Shape;27;p2"/>
          <p:cNvSpPr txBox="1"/>
          <p:nvPr/>
        </p:nvSpPr>
        <p:spPr>
          <a:xfrm>
            <a:off x="710125" y="4174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3"/>
          <p:cNvSpPr/>
          <p:nvPr/>
        </p:nvSpPr>
        <p:spPr>
          <a:xfrm>
            <a:off x="0" y="542575"/>
            <a:ext cx="9144000" cy="4058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" name="Google Shape;30;p3"/>
          <p:cNvSpPr/>
          <p:nvPr/>
        </p:nvSpPr>
        <p:spPr>
          <a:xfrm>
            <a:off x="0" y="0"/>
            <a:ext cx="4572000" cy="592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" name="Google Shape;31;p3"/>
          <p:cNvSpPr txBox="1">
            <a:spLocks noGrp="1"/>
          </p:cNvSpPr>
          <p:nvPr>
            <p:ph type="title" hasCustomPrompt="1"/>
          </p:nvPr>
        </p:nvSpPr>
        <p:spPr>
          <a:xfrm flipH="1">
            <a:off x="2054663" y="586975"/>
            <a:ext cx="1842300" cy="1104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10000"/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2" name="Google Shape;32;p3"/>
          <p:cNvSpPr txBox="1">
            <a:spLocks noGrp="1"/>
          </p:cNvSpPr>
          <p:nvPr>
            <p:ph type="title" idx="2"/>
          </p:nvPr>
        </p:nvSpPr>
        <p:spPr>
          <a:xfrm>
            <a:off x="2605788" y="1846623"/>
            <a:ext cx="5377200" cy="535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3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33" name="Google Shape;33;p3"/>
          <p:cNvSpPr txBox="1">
            <a:spLocks noGrp="1"/>
          </p:cNvSpPr>
          <p:nvPr>
            <p:ph type="subTitle" idx="1"/>
          </p:nvPr>
        </p:nvSpPr>
        <p:spPr>
          <a:xfrm>
            <a:off x="3038363" y="2448125"/>
            <a:ext cx="3960900" cy="783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accent3"/>
                </a:solidFill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3"/>
          <p:cNvSpPr txBox="1"/>
          <p:nvPr/>
        </p:nvSpPr>
        <p:spPr>
          <a:xfrm>
            <a:off x="710125" y="745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5" name="Google Shape;35;p3"/>
          <p:cNvSpPr txBox="1"/>
          <p:nvPr/>
        </p:nvSpPr>
        <p:spPr>
          <a:xfrm>
            <a:off x="710125" y="1009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6" name="Google Shape;36;p3"/>
          <p:cNvSpPr txBox="1"/>
          <p:nvPr/>
        </p:nvSpPr>
        <p:spPr>
          <a:xfrm>
            <a:off x="710125" y="1273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7" name="Google Shape;37;p3"/>
          <p:cNvSpPr txBox="1"/>
          <p:nvPr/>
        </p:nvSpPr>
        <p:spPr>
          <a:xfrm>
            <a:off x="710125" y="1537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8" name="Google Shape;38;p3"/>
          <p:cNvSpPr txBox="1"/>
          <p:nvPr/>
        </p:nvSpPr>
        <p:spPr>
          <a:xfrm>
            <a:off x="710125" y="18007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5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9" name="Google Shape;39;p3"/>
          <p:cNvSpPr txBox="1"/>
          <p:nvPr/>
        </p:nvSpPr>
        <p:spPr>
          <a:xfrm>
            <a:off x="710125" y="20644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6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0" name="Google Shape;40;p3"/>
          <p:cNvSpPr txBox="1"/>
          <p:nvPr/>
        </p:nvSpPr>
        <p:spPr>
          <a:xfrm>
            <a:off x="710125" y="23281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7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1" name="Google Shape;41;p3"/>
          <p:cNvSpPr txBox="1"/>
          <p:nvPr/>
        </p:nvSpPr>
        <p:spPr>
          <a:xfrm>
            <a:off x="710125" y="25918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8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2" name="Google Shape;42;p3"/>
          <p:cNvSpPr txBox="1"/>
          <p:nvPr/>
        </p:nvSpPr>
        <p:spPr>
          <a:xfrm>
            <a:off x="710125" y="28555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9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3" name="Google Shape;43;p3"/>
          <p:cNvSpPr txBox="1"/>
          <p:nvPr/>
        </p:nvSpPr>
        <p:spPr>
          <a:xfrm>
            <a:off x="710125" y="31192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10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4" name="Google Shape;44;p3"/>
          <p:cNvSpPr txBox="1"/>
          <p:nvPr/>
        </p:nvSpPr>
        <p:spPr>
          <a:xfrm>
            <a:off x="710125" y="3382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5" name="Google Shape;45;p3"/>
          <p:cNvSpPr txBox="1"/>
          <p:nvPr/>
        </p:nvSpPr>
        <p:spPr>
          <a:xfrm>
            <a:off x="710125" y="3646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6" name="Google Shape;46;p3"/>
          <p:cNvSpPr txBox="1"/>
          <p:nvPr/>
        </p:nvSpPr>
        <p:spPr>
          <a:xfrm>
            <a:off x="710125" y="3910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7" name="Google Shape;47;p3"/>
          <p:cNvSpPr txBox="1"/>
          <p:nvPr/>
        </p:nvSpPr>
        <p:spPr>
          <a:xfrm>
            <a:off x="710125" y="4174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9"/>
          <p:cNvSpPr/>
          <p:nvPr/>
        </p:nvSpPr>
        <p:spPr>
          <a:xfrm>
            <a:off x="0" y="542575"/>
            <a:ext cx="9144000" cy="4058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" name="Google Shape;145;p9"/>
          <p:cNvSpPr/>
          <p:nvPr/>
        </p:nvSpPr>
        <p:spPr>
          <a:xfrm>
            <a:off x="0" y="0"/>
            <a:ext cx="4572000" cy="592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" name="Google Shape;146;p9"/>
          <p:cNvSpPr txBox="1">
            <a:spLocks noGrp="1"/>
          </p:cNvSpPr>
          <p:nvPr>
            <p:ph type="title"/>
          </p:nvPr>
        </p:nvSpPr>
        <p:spPr>
          <a:xfrm>
            <a:off x="1131500" y="621250"/>
            <a:ext cx="4045200" cy="530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147" name="Google Shape;147;p9"/>
          <p:cNvSpPr txBox="1">
            <a:spLocks noGrp="1"/>
          </p:cNvSpPr>
          <p:nvPr>
            <p:ph type="subTitle" idx="1"/>
          </p:nvPr>
        </p:nvSpPr>
        <p:spPr>
          <a:xfrm>
            <a:off x="1593350" y="1574450"/>
            <a:ext cx="5539200" cy="1404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148" name="Google Shape;148;p9"/>
          <p:cNvSpPr txBox="1"/>
          <p:nvPr/>
        </p:nvSpPr>
        <p:spPr>
          <a:xfrm>
            <a:off x="710125" y="745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49" name="Google Shape;149;p9"/>
          <p:cNvSpPr txBox="1"/>
          <p:nvPr/>
        </p:nvSpPr>
        <p:spPr>
          <a:xfrm>
            <a:off x="710125" y="1009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50" name="Google Shape;150;p9"/>
          <p:cNvSpPr txBox="1"/>
          <p:nvPr/>
        </p:nvSpPr>
        <p:spPr>
          <a:xfrm>
            <a:off x="710125" y="1273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51" name="Google Shape;151;p9"/>
          <p:cNvSpPr txBox="1"/>
          <p:nvPr/>
        </p:nvSpPr>
        <p:spPr>
          <a:xfrm>
            <a:off x="710125" y="1537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52" name="Google Shape;152;p9"/>
          <p:cNvSpPr txBox="1"/>
          <p:nvPr/>
        </p:nvSpPr>
        <p:spPr>
          <a:xfrm>
            <a:off x="710125" y="18007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5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53" name="Google Shape;153;p9"/>
          <p:cNvSpPr txBox="1"/>
          <p:nvPr/>
        </p:nvSpPr>
        <p:spPr>
          <a:xfrm>
            <a:off x="710125" y="20644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6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54" name="Google Shape;154;p9"/>
          <p:cNvSpPr txBox="1"/>
          <p:nvPr/>
        </p:nvSpPr>
        <p:spPr>
          <a:xfrm>
            <a:off x="710125" y="23281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7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55" name="Google Shape;155;p9"/>
          <p:cNvSpPr txBox="1"/>
          <p:nvPr/>
        </p:nvSpPr>
        <p:spPr>
          <a:xfrm>
            <a:off x="710125" y="25918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8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56" name="Google Shape;156;p9"/>
          <p:cNvSpPr txBox="1"/>
          <p:nvPr/>
        </p:nvSpPr>
        <p:spPr>
          <a:xfrm>
            <a:off x="710125" y="28555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9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57" name="Google Shape;157;p9"/>
          <p:cNvSpPr txBox="1"/>
          <p:nvPr/>
        </p:nvSpPr>
        <p:spPr>
          <a:xfrm>
            <a:off x="710125" y="31192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10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58" name="Google Shape;158;p9"/>
          <p:cNvSpPr txBox="1"/>
          <p:nvPr/>
        </p:nvSpPr>
        <p:spPr>
          <a:xfrm>
            <a:off x="710125" y="3382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59" name="Google Shape;159;p9"/>
          <p:cNvSpPr txBox="1"/>
          <p:nvPr/>
        </p:nvSpPr>
        <p:spPr>
          <a:xfrm>
            <a:off x="710125" y="3646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60" name="Google Shape;160;p9"/>
          <p:cNvSpPr txBox="1"/>
          <p:nvPr/>
        </p:nvSpPr>
        <p:spPr>
          <a:xfrm>
            <a:off x="710125" y="3910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61" name="Google Shape;161;p9"/>
          <p:cNvSpPr txBox="1"/>
          <p:nvPr/>
        </p:nvSpPr>
        <p:spPr>
          <a:xfrm>
            <a:off x="710125" y="4174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accent6"/>
        </a:solidFill>
        <a:effectLst/>
      </p:bgPr>
    </p:bg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CUSTOM_9_1">
    <p:spTree>
      <p:nvGrpSpPr>
        <p:cNvPr id="1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20"/>
          <p:cNvSpPr/>
          <p:nvPr/>
        </p:nvSpPr>
        <p:spPr>
          <a:xfrm>
            <a:off x="0" y="542575"/>
            <a:ext cx="9144000" cy="4058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8" name="Google Shape;358;p20"/>
          <p:cNvSpPr/>
          <p:nvPr/>
        </p:nvSpPr>
        <p:spPr>
          <a:xfrm>
            <a:off x="4572000" y="0"/>
            <a:ext cx="4572000" cy="626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9" name="Google Shape;359;p20"/>
          <p:cNvSpPr txBox="1">
            <a:spLocks noGrp="1"/>
          </p:cNvSpPr>
          <p:nvPr>
            <p:ph type="subTitle" idx="1"/>
          </p:nvPr>
        </p:nvSpPr>
        <p:spPr>
          <a:xfrm>
            <a:off x="1667256" y="2355825"/>
            <a:ext cx="2891100" cy="1566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accent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360" name="Google Shape;360;p20"/>
          <p:cNvSpPr txBox="1">
            <a:spLocks noGrp="1"/>
          </p:cNvSpPr>
          <p:nvPr>
            <p:ph type="title"/>
          </p:nvPr>
        </p:nvSpPr>
        <p:spPr>
          <a:xfrm>
            <a:off x="1121875" y="1183920"/>
            <a:ext cx="2891100" cy="1122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61" name="Google Shape;361;p20"/>
          <p:cNvSpPr txBox="1"/>
          <p:nvPr/>
        </p:nvSpPr>
        <p:spPr>
          <a:xfrm>
            <a:off x="710125" y="745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62" name="Google Shape;362;p20"/>
          <p:cNvSpPr txBox="1"/>
          <p:nvPr/>
        </p:nvSpPr>
        <p:spPr>
          <a:xfrm>
            <a:off x="710125" y="1009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63" name="Google Shape;363;p20"/>
          <p:cNvSpPr txBox="1"/>
          <p:nvPr/>
        </p:nvSpPr>
        <p:spPr>
          <a:xfrm>
            <a:off x="710125" y="1273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64" name="Google Shape;364;p20"/>
          <p:cNvSpPr txBox="1"/>
          <p:nvPr/>
        </p:nvSpPr>
        <p:spPr>
          <a:xfrm>
            <a:off x="710125" y="1537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65" name="Google Shape;365;p20"/>
          <p:cNvSpPr txBox="1"/>
          <p:nvPr/>
        </p:nvSpPr>
        <p:spPr>
          <a:xfrm>
            <a:off x="710125" y="18007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5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66" name="Google Shape;366;p20"/>
          <p:cNvSpPr txBox="1"/>
          <p:nvPr/>
        </p:nvSpPr>
        <p:spPr>
          <a:xfrm>
            <a:off x="710125" y="20644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6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67" name="Google Shape;367;p20"/>
          <p:cNvSpPr txBox="1"/>
          <p:nvPr/>
        </p:nvSpPr>
        <p:spPr>
          <a:xfrm>
            <a:off x="710125" y="23281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7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68" name="Google Shape;368;p20"/>
          <p:cNvSpPr txBox="1"/>
          <p:nvPr/>
        </p:nvSpPr>
        <p:spPr>
          <a:xfrm>
            <a:off x="710125" y="25918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8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69" name="Google Shape;369;p20"/>
          <p:cNvSpPr txBox="1"/>
          <p:nvPr/>
        </p:nvSpPr>
        <p:spPr>
          <a:xfrm>
            <a:off x="710125" y="28555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9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70" name="Google Shape;370;p20"/>
          <p:cNvSpPr txBox="1"/>
          <p:nvPr/>
        </p:nvSpPr>
        <p:spPr>
          <a:xfrm>
            <a:off x="710125" y="31192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10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71" name="Google Shape;371;p20"/>
          <p:cNvSpPr txBox="1"/>
          <p:nvPr/>
        </p:nvSpPr>
        <p:spPr>
          <a:xfrm>
            <a:off x="710125" y="3382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72" name="Google Shape;372;p20"/>
          <p:cNvSpPr txBox="1"/>
          <p:nvPr/>
        </p:nvSpPr>
        <p:spPr>
          <a:xfrm>
            <a:off x="710125" y="3646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73" name="Google Shape;373;p20"/>
          <p:cNvSpPr txBox="1"/>
          <p:nvPr/>
        </p:nvSpPr>
        <p:spPr>
          <a:xfrm>
            <a:off x="710125" y="3910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74" name="Google Shape;374;p20"/>
          <p:cNvSpPr txBox="1"/>
          <p:nvPr/>
        </p:nvSpPr>
        <p:spPr>
          <a:xfrm>
            <a:off x="710125" y="4174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">
  <p:cSld name="CUSTOM_9">
    <p:spTree>
      <p:nvGrpSpPr>
        <p:cNvPr id="1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23"/>
          <p:cNvSpPr/>
          <p:nvPr/>
        </p:nvSpPr>
        <p:spPr>
          <a:xfrm>
            <a:off x="0" y="542575"/>
            <a:ext cx="9144000" cy="4058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8" name="Google Shape;418;p23"/>
          <p:cNvSpPr/>
          <p:nvPr/>
        </p:nvSpPr>
        <p:spPr>
          <a:xfrm>
            <a:off x="4572000" y="0"/>
            <a:ext cx="4572000" cy="626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9" name="Google Shape;419;p23"/>
          <p:cNvSpPr txBox="1"/>
          <p:nvPr/>
        </p:nvSpPr>
        <p:spPr>
          <a:xfrm>
            <a:off x="710125" y="745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20" name="Google Shape;420;p23"/>
          <p:cNvSpPr txBox="1"/>
          <p:nvPr/>
        </p:nvSpPr>
        <p:spPr>
          <a:xfrm>
            <a:off x="710125" y="1009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21" name="Google Shape;421;p23"/>
          <p:cNvSpPr txBox="1"/>
          <p:nvPr/>
        </p:nvSpPr>
        <p:spPr>
          <a:xfrm>
            <a:off x="710125" y="1273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22" name="Google Shape;422;p23"/>
          <p:cNvSpPr txBox="1"/>
          <p:nvPr/>
        </p:nvSpPr>
        <p:spPr>
          <a:xfrm>
            <a:off x="710125" y="1537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23" name="Google Shape;423;p23"/>
          <p:cNvSpPr txBox="1"/>
          <p:nvPr/>
        </p:nvSpPr>
        <p:spPr>
          <a:xfrm>
            <a:off x="710125" y="18007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5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24" name="Google Shape;424;p23"/>
          <p:cNvSpPr txBox="1"/>
          <p:nvPr/>
        </p:nvSpPr>
        <p:spPr>
          <a:xfrm>
            <a:off x="710125" y="20644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6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25" name="Google Shape;425;p23"/>
          <p:cNvSpPr txBox="1"/>
          <p:nvPr/>
        </p:nvSpPr>
        <p:spPr>
          <a:xfrm>
            <a:off x="710125" y="23281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7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26" name="Google Shape;426;p23"/>
          <p:cNvSpPr txBox="1"/>
          <p:nvPr/>
        </p:nvSpPr>
        <p:spPr>
          <a:xfrm>
            <a:off x="710125" y="25918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8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27" name="Google Shape;427;p23"/>
          <p:cNvSpPr txBox="1"/>
          <p:nvPr/>
        </p:nvSpPr>
        <p:spPr>
          <a:xfrm>
            <a:off x="710125" y="28555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9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28" name="Google Shape;428;p23"/>
          <p:cNvSpPr txBox="1"/>
          <p:nvPr/>
        </p:nvSpPr>
        <p:spPr>
          <a:xfrm>
            <a:off x="710125" y="31192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10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29" name="Google Shape;429;p23"/>
          <p:cNvSpPr txBox="1"/>
          <p:nvPr/>
        </p:nvSpPr>
        <p:spPr>
          <a:xfrm>
            <a:off x="710125" y="3382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30" name="Google Shape;430;p23"/>
          <p:cNvSpPr txBox="1"/>
          <p:nvPr/>
        </p:nvSpPr>
        <p:spPr>
          <a:xfrm>
            <a:off x="710125" y="3646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31" name="Google Shape;431;p23"/>
          <p:cNvSpPr txBox="1"/>
          <p:nvPr/>
        </p:nvSpPr>
        <p:spPr>
          <a:xfrm>
            <a:off x="710125" y="3910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32" name="Google Shape;432;p23"/>
          <p:cNvSpPr txBox="1"/>
          <p:nvPr/>
        </p:nvSpPr>
        <p:spPr>
          <a:xfrm>
            <a:off x="710125" y="4174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 1">
  <p:cSld name="CUSTOM_9_2">
    <p:spTree>
      <p:nvGrpSpPr>
        <p:cNvPr id="1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24"/>
          <p:cNvSpPr/>
          <p:nvPr/>
        </p:nvSpPr>
        <p:spPr>
          <a:xfrm>
            <a:off x="0" y="542575"/>
            <a:ext cx="9144000" cy="4058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5" name="Google Shape;435;p24"/>
          <p:cNvSpPr/>
          <p:nvPr/>
        </p:nvSpPr>
        <p:spPr>
          <a:xfrm>
            <a:off x="0" y="0"/>
            <a:ext cx="4572000" cy="626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6" name="Google Shape;436;p24"/>
          <p:cNvSpPr txBox="1"/>
          <p:nvPr/>
        </p:nvSpPr>
        <p:spPr>
          <a:xfrm>
            <a:off x="710125" y="745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37" name="Google Shape;437;p24"/>
          <p:cNvSpPr txBox="1"/>
          <p:nvPr/>
        </p:nvSpPr>
        <p:spPr>
          <a:xfrm>
            <a:off x="710125" y="1009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38" name="Google Shape;438;p24"/>
          <p:cNvSpPr txBox="1"/>
          <p:nvPr/>
        </p:nvSpPr>
        <p:spPr>
          <a:xfrm>
            <a:off x="710125" y="1273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39" name="Google Shape;439;p24"/>
          <p:cNvSpPr txBox="1"/>
          <p:nvPr/>
        </p:nvSpPr>
        <p:spPr>
          <a:xfrm>
            <a:off x="710125" y="1537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40" name="Google Shape;440;p24"/>
          <p:cNvSpPr txBox="1"/>
          <p:nvPr/>
        </p:nvSpPr>
        <p:spPr>
          <a:xfrm>
            <a:off x="710125" y="18007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5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41" name="Google Shape;441;p24"/>
          <p:cNvSpPr txBox="1"/>
          <p:nvPr/>
        </p:nvSpPr>
        <p:spPr>
          <a:xfrm>
            <a:off x="710125" y="20644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6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42" name="Google Shape;442;p24"/>
          <p:cNvSpPr txBox="1"/>
          <p:nvPr/>
        </p:nvSpPr>
        <p:spPr>
          <a:xfrm>
            <a:off x="710125" y="23281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7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43" name="Google Shape;443;p24"/>
          <p:cNvSpPr txBox="1"/>
          <p:nvPr/>
        </p:nvSpPr>
        <p:spPr>
          <a:xfrm>
            <a:off x="710125" y="25918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8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44" name="Google Shape;444;p24"/>
          <p:cNvSpPr txBox="1"/>
          <p:nvPr/>
        </p:nvSpPr>
        <p:spPr>
          <a:xfrm>
            <a:off x="710125" y="28555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9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45" name="Google Shape;445;p24"/>
          <p:cNvSpPr txBox="1"/>
          <p:nvPr/>
        </p:nvSpPr>
        <p:spPr>
          <a:xfrm>
            <a:off x="710125" y="31192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10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46" name="Google Shape;446;p24"/>
          <p:cNvSpPr txBox="1"/>
          <p:nvPr/>
        </p:nvSpPr>
        <p:spPr>
          <a:xfrm>
            <a:off x="710125" y="3382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47" name="Google Shape;447;p24"/>
          <p:cNvSpPr txBox="1"/>
          <p:nvPr/>
        </p:nvSpPr>
        <p:spPr>
          <a:xfrm>
            <a:off x="710125" y="3646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48" name="Google Shape;448;p24"/>
          <p:cNvSpPr txBox="1"/>
          <p:nvPr/>
        </p:nvSpPr>
        <p:spPr>
          <a:xfrm>
            <a:off x="710125" y="3910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49" name="Google Shape;449;p24"/>
          <p:cNvSpPr txBox="1"/>
          <p:nvPr/>
        </p:nvSpPr>
        <p:spPr>
          <a:xfrm>
            <a:off x="710125" y="4174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accent5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Fira Code"/>
              <a:buNone/>
              <a:defRPr sz="2800">
                <a:solidFill>
                  <a:schemeClr val="lt1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lvl="1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lvl="2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lvl="3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lvl="4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lvl="5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lvl="6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lvl="7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lvl="8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5" r:id="rId3"/>
    <p:sldLayoutId id="2147483658" r:id="rId4"/>
    <p:sldLayoutId id="2147483666" r:id="rId5"/>
    <p:sldLayoutId id="2147483669" r:id="rId6"/>
    <p:sldLayoutId id="2147483670" r:id="rId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27"/>
          <p:cNvSpPr txBox="1">
            <a:spLocks noGrp="1"/>
          </p:cNvSpPr>
          <p:nvPr>
            <p:ph type="ctrTitle"/>
          </p:nvPr>
        </p:nvSpPr>
        <p:spPr>
          <a:xfrm>
            <a:off x="1413525" y="1144250"/>
            <a:ext cx="5788800" cy="51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Programming </a:t>
            </a:r>
            <a:r>
              <a:rPr lang="en" dirty="0">
                <a:solidFill>
                  <a:schemeClr val="accent2"/>
                </a:solidFill>
              </a:rPr>
              <a:t>‘Java’ </a:t>
            </a:r>
            <a:r>
              <a:rPr lang="en" dirty="0">
                <a:solidFill>
                  <a:schemeClr val="accent3"/>
                </a:solidFill>
              </a:rPr>
              <a:t>{</a:t>
            </a:r>
            <a:endParaRPr dirty="0">
              <a:solidFill>
                <a:schemeClr val="accent3"/>
              </a:solidFill>
            </a:endParaRPr>
          </a:p>
        </p:txBody>
      </p:sp>
      <p:sp>
        <p:nvSpPr>
          <p:cNvPr id="459" name="Google Shape;459;p27"/>
          <p:cNvSpPr txBox="1">
            <a:spLocks noGrp="1"/>
          </p:cNvSpPr>
          <p:nvPr>
            <p:ph type="subTitle" idx="1"/>
          </p:nvPr>
        </p:nvSpPr>
        <p:spPr>
          <a:xfrm>
            <a:off x="2231025" y="2765300"/>
            <a:ext cx="6202800" cy="46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// by Maysun</a:t>
            </a:r>
            <a:endParaRPr dirty="0"/>
          </a:p>
        </p:txBody>
      </p:sp>
      <p:sp>
        <p:nvSpPr>
          <p:cNvPr id="460" name="Google Shape;460;p27"/>
          <p:cNvSpPr txBox="1">
            <a:spLocks noGrp="1"/>
          </p:cNvSpPr>
          <p:nvPr>
            <p:ph type="subTitle" idx="1"/>
          </p:nvPr>
        </p:nvSpPr>
        <p:spPr>
          <a:xfrm>
            <a:off x="710125" y="4694725"/>
            <a:ext cx="48651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accent3"/>
                </a:solidFill>
              </a:rPr>
              <a:t>Java Bootcamp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461" name="Google Shape;461;p27"/>
          <p:cNvSpPr txBox="1">
            <a:spLocks noGrp="1"/>
          </p:cNvSpPr>
          <p:nvPr>
            <p:ph type="subTitle" idx="2"/>
          </p:nvPr>
        </p:nvSpPr>
        <p:spPr>
          <a:xfrm>
            <a:off x="1788725" y="1761800"/>
            <a:ext cx="5788800" cy="46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6"/>
                </a:solidFill>
              </a:rPr>
              <a:t>[</a:t>
            </a:r>
            <a:r>
              <a:rPr lang="en" dirty="0">
                <a:solidFill>
                  <a:schemeClr val="accent1"/>
                </a:solidFill>
              </a:rPr>
              <a:t>For first Capstone</a:t>
            </a:r>
            <a:r>
              <a:rPr lang="en" dirty="0">
                <a:solidFill>
                  <a:schemeClr val="accent6"/>
                </a:solidFill>
              </a:rPr>
              <a:t>] </a:t>
            </a:r>
            <a:endParaRPr dirty="0">
              <a:solidFill>
                <a:schemeClr val="accent6"/>
              </a:solidFill>
            </a:endParaRPr>
          </a:p>
        </p:txBody>
      </p:sp>
      <p:grpSp>
        <p:nvGrpSpPr>
          <p:cNvPr id="462" name="Google Shape;462;p27"/>
          <p:cNvGrpSpPr/>
          <p:nvPr/>
        </p:nvGrpSpPr>
        <p:grpSpPr>
          <a:xfrm>
            <a:off x="1413525" y="1759900"/>
            <a:ext cx="506100" cy="2444350"/>
            <a:chOff x="1413525" y="1759900"/>
            <a:chExt cx="506100" cy="2444350"/>
          </a:xfrm>
        </p:grpSpPr>
        <p:cxnSp>
          <p:nvCxnSpPr>
            <p:cNvPr id="463" name="Google Shape;463;p27"/>
            <p:cNvCxnSpPr/>
            <p:nvPr/>
          </p:nvCxnSpPr>
          <p:spPr>
            <a:xfrm>
              <a:off x="1552225" y="1759900"/>
              <a:ext cx="0" cy="1763400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464" name="Google Shape;464;p27"/>
            <p:cNvSpPr txBox="1"/>
            <p:nvPr/>
          </p:nvSpPr>
          <p:spPr>
            <a:xfrm>
              <a:off x="1413525" y="3557750"/>
              <a:ext cx="506100" cy="646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000">
                  <a:solidFill>
                    <a:schemeClr val="accent3"/>
                  </a:solidFill>
                  <a:latin typeface="Fira Code"/>
                  <a:ea typeface="Fira Code"/>
                  <a:cs typeface="Fira Code"/>
                  <a:sym typeface="Fira Code"/>
                </a:rPr>
                <a:t>}</a:t>
              </a:r>
              <a:endParaRPr sz="3000">
                <a:solidFill>
                  <a:schemeClr val="accent3"/>
                </a:solidFill>
                <a:latin typeface="Fira Code"/>
                <a:ea typeface="Fira Code"/>
                <a:cs typeface="Fira Code"/>
                <a:sym typeface="Fira Code"/>
              </a:endParaRPr>
            </a:p>
          </p:txBody>
        </p:sp>
      </p:grpSp>
      <p:sp>
        <p:nvSpPr>
          <p:cNvPr id="465" name="Google Shape;465;p27"/>
          <p:cNvSpPr txBox="1">
            <a:spLocks noGrp="1"/>
          </p:cNvSpPr>
          <p:nvPr>
            <p:ph type="subTitle" idx="1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accent3"/>
                </a:solidFill>
              </a:rPr>
              <a:t>Tuwaiq Academy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466" name="Google Shape;466;p27"/>
          <p:cNvSpPr txBox="1">
            <a:spLocks noGrp="1"/>
          </p:cNvSpPr>
          <p:nvPr>
            <p:ph type="subTitle" idx="1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accent3"/>
                </a:solidFill>
              </a:rPr>
              <a:t>Capston</a:t>
            </a:r>
            <a:r>
              <a:rPr lang="en-US" sz="1400" dirty="0"/>
              <a:t>1 </a:t>
            </a:r>
            <a:endParaRPr sz="1400" dirty="0">
              <a:solidFill>
                <a:schemeClr val="accent3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9">
          <a:extLst>
            <a:ext uri="{FF2B5EF4-FFF2-40B4-BE49-F238E27FC236}">
              <a16:creationId xmlns:a16="http://schemas.microsoft.com/office/drawing/2014/main" id="{EC25D108-CB45-CD4F-701B-8DE9AA237F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30">
            <a:extLst>
              <a:ext uri="{FF2B5EF4-FFF2-40B4-BE49-F238E27FC236}">
                <a16:creationId xmlns:a16="http://schemas.microsoft.com/office/drawing/2014/main" id="{0313C173-6133-F016-BBBF-91BCB3067B3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 flipH="1">
            <a:off x="2054663" y="586975"/>
            <a:ext cx="1842300" cy="1104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 dirty="0"/>
              <a:t>0</a:t>
            </a:r>
            <a:r>
              <a:rPr lang="en-US" sz="5000" dirty="0"/>
              <a:t>1</a:t>
            </a:r>
            <a:r>
              <a:rPr lang="en" sz="5000" dirty="0"/>
              <a:t> </a:t>
            </a:r>
            <a:r>
              <a:rPr lang="en" sz="5000" dirty="0">
                <a:solidFill>
                  <a:schemeClr val="accent6"/>
                </a:solidFill>
              </a:rPr>
              <a:t>{</a:t>
            </a:r>
            <a:endParaRPr sz="5000" dirty="0">
              <a:solidFill>
                <a:schemeClr val="accent6"/>
              </a:solidFill>
            </a:endParaRPr>
          </a:p>
        </p:txBody>
      </p:sp>
      <p:sp>
        <p:nvSpPr>
          <p:cNvPr id="501" name="Google Shape;501;p30">
            <a:extLst>
              <a:ext uri="{FF2B5EF4-FFF2-40B4-BE49-F238E27FC236}">
                <a16:creationId xmlns:a16="http://schemas.microsoft.com/office/drawing/2014/main" id="{4A901690-C7B6-8276-8368-C43B2E29A7AE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2605788" y="1846623"/>
            <a:ext cx="5377200" cy="535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accent6"/>
                </a:solidFill>
              </a:rPr>
              <a:t>[</a:t>
            </a:r>
            <a:r>
              <a:rPr lang="en-US" dirty="0">
                <a:solidFill>
                  <a:schemeClr val="accent1"/>
                </a:solidFill>
              </a:rPr>
              <a:t>Rating System</a:t>
            </a:r>
            <a:r>
              <a:rPr lang="en-US" dirty="0">
                <a:solidFill>
                  <a:schemeClr val="accent6"/>
                </a:solidFill>
              </a:rPr>
              <a:t>]</a:t>
            </a:r>
            <a:r>
              <a:rPr lang="en-US" dirty="0">
                <a:solidFill>
                  <a:schemeClr val="accent1"/>
                </a:solidFill>
              </a:rPr>
              <a:t> </a:t>
            </a:r>
            <a:endParaRPr lang="en-US" dirty="0">
              <a:solidFill>
                <a:schemeClr val="accent3"/>
              </a:solidFill>
            </a:endParaRPr>
          </a:p>
        </p:txBody>
      </p:sp>
      <p:sp>
        <p:nvSpPr>
          <p:cNvPr id="502" name="Google Shape;502;p30">
            <a:extLst>
              <a:ext uri="{FF2B5EF4-FFF2-40B4-BE49-F238E27FC236}">
                <a16:creationId xmlns:a16="http://schemas.microsoft.com/office/drawing/2014/main" id="{3CAED234-7AAF-7E7C-B50D-977585AD549A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3038363" y="2448125"/>
            <a:ext cx="3960900" cy="783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&lt; </a:t>
            </a:r>
            <a:r>
              <a:rPr lang="en-US" dirty="0"/>
              <a:t>Post Rating</a:t>
            </a:r>
            <a:r>
              <a:rPr lang="en" dirty="0"/>
              <a:t>&gt;</a:t>
            </a:r>
            <a:endParaRPr dirty="0"/>
          </a:p>
        </p:txBody>
      </p:sp>
      <p:sp>
        <p:nvSpPr>
          <p:cNvPr id="503" name="Google Shape;503;p30">
            <a:extLst>
              <a:ext uri="{FF2B5EF4-FFF2-40B4-BE49-F238E27FC236}">
                <a16:creationId xmlns:a16="http://schemas.microsoft.com/office/drawing/2014/main" id="{C48DD084-EDEB-BF04-0806-4304BEEB2852}"/>
              </a:ext>
            </a:extLst>
          </p:cNvPr>
          <p:cNvSpPr txBox="1"/>
          <p:nvPr/>
        </p:nvSpPr>
        <p:spPr>
          <a:xfrm>
            <a:off x="2127375" y="3586575"/>
            <a:ext cx="506100" cy="7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>
                <a:solidFill>
                  <a:schemeClr val="accent6"/>
                </a:solidFill>
                <a:latin typeface="Fira Code"/>
                <a:ea typeface="Fira Code"/>
                <a:cs typeface="Fira Code"/>
                <a:sym typeface="Fira Code"/>
              </a:rPr>
              <a:t>}</a:t>
            </a:r>
            <a:endParaRPr sz="5000">
              <a:solidFill>
                <a:schemeClr val="accent6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cxnSp>
        <p:nvCxnSpPr>
          <p:cNvPr id="504" name="Google Shape;504;p30">
            <a:extLst>
              <a:ext uri="{FF2B5EF4-FFF2-40B4-BE49-F238E27FC236}">
                <a16:creationId xmlns:a16="http://schemas.microsoft.com/office/drawing/2014/main" id="{95BEB6D1-0293-C344-1E8C-3700D0D0B01D}"/>
              </a:ext>
            </a:extLst>
          </p:cNvPr>
          <p:cNvCxnSpPr>
            <a:endCxn id="503" idx="0"/>
          </p:cNvCxnSpPr>
          <p:nvPr/>
        </p:nvCxnSpPr>
        <p:spPr>
          <a:xfrm>
            <a:off x="2380425" y="1478475"/>
            <a:ext cx="0" cy="2108100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05" name="Google Shape;505;p30">
            <a:extLst>
              <a:ext uri="{FF2B5EF4-FFF2-40B4-BE49-F238E27FC236}">
                <a16:creationId xmlns:a16="http://schemas.microsoft.com/office/drawing/2014/main" id="{105A0734-4915-736A-7377-B1090B95986E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710125" y="4694725"/>
            <a:ext cx="48651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accent3"/>
                </a:solidFill>
              </a:rPr>
              <a:t>Java Bootcamp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506" name="Google Shape;506;p30">
            <a:extLst>
              <a:ext uri="{FF2B5EF4-FFF2-40B4-BE49-F238E27FC236}">
                <a16:creationId xmlns:a16="http://schemas.microsoft.com/office/drawing/2014/main" id="{89B74EA7-43D8-A60D-15DE-A60F569A7B99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accent3"/>
                </a:solidFill>
              </a:rPr>
              <a:t>Tuwaiq Academy</a:t>
            </a:r>
          </a:p>
        </p:txBody>
      </p:sp>
      <p:sp>
        <p:nvSpPr>
          <p:cNvPr id="507" name="Google Shape;507;p30">
            <a:extLst>
              <a:ext uri="{FF2B5EF4-FFF2-40B4-BE49-F238E27FC236}">
                <a16:creationId xmlns:a16="http://schemas.microsoft.com/office/drawing/2014/main" id="{D39EEFFF-EB4B-1514-C660-0B135CB82539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chemeClr val="accent6"/>
                </a:solidFill>
              </a:rPr>
              <a:t>Rating </a:t>
            </a:r>
            <a:endParaRPr lang="en-US" dirty="0">
              <a:solidFill>
                <a:schemeClr val="accent6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6843198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0">
          <a:extLst>
            <a:ext uri="{FF2B5EF4-FFF2-40B4-BE49-F238E27FC236}">
              <a16:creationId xmlns:a16="http://schemas.microsoft.com/office/drawing/2014/main" id="{4C2F1535-520E-8B82-282C-B4A480E7A1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p32">
            <a:extLst>
              <a:ext uri="{FF2B5EF4-FFF2-40B4-BE49-F238E27FC236}">
                <a16:creationId xmlns:a16="http://schemas.microsoft.com/office/drawing/2014/main" id="{41089664-9238-DFDE-D682-8252E294DA2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31500" y="621250"/>
            <a:ext cx="4045200" cy="530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 Rating System; </a:t>
            </a:r>
            <a:r>
              <a:rPr lang="en-US" dirty="0">
                <a:solidFill>
                  <a:schemeClr val="accent6"/>
                </a:solidFill>
              </a:rPr>
              <a:t>{</a:t>
            </a:r>
          </a:p>
        </p:txBody>
      </p:sp>
      <p:grpSp>
        <p:nvGrpSpPr>
          <p:cNvPr id="563" name="Google Shape;563;p32">
            <a:extLst>
              <a:ext uri="{FF2B5EF4-FFF2-40B4-BE49-F238E27FC236}">
                <a16:creationId xmlns:a16="http://schemas.microsoft.com/office/drawing/2014/main" id="{5098BD08-BE51-EF6D-0947-F935B0429A6D}"/>
              </a:ext>
            </a:extLst>
          </p:cNvPr>
          <p:cNvGrpSpPr/>
          <p:nvPr/>
        </p:nvGrpSpPr>
        <p:grpSpPr>
          <a:xfrm>
            <a:off x="1084825" y="1168950"/>
            <a:ext cx="506100" cy="3431975"/>
            <a:chOff x="1084825" y="1168950"/>
            <a:chExt cx="506100" cy="3431975"/>
          </a:xfrm>
        </p:grpSpPr>
        <p:sp>
          <p:nvSpPr>
            <p:cNvPr id="564" name="Google Shape;564;p32">
              <a:extLst>
                <a:ext uri="{FF2B5EF4-FFF2-40B4-BE49-F238E27FC236}">
                  <a16:creationId xmlns:a16="http://schemas.microsoft.com/office/drawing/2014/main" id="{72CCDD8D-50BF-9DBA-0E0E-C676E9090F4A}"/>
                </a:ext>
              </a:extLst>
            </p:cNvPr>
            <p:cNvSpPr txBox="1"/>
            <p:nvPr/>
          </p:nvSpPr>
          <p:spPr>
            <a:xfrm>
              <a:off x="1084825" y="3954425"/>
              <a:ext cx="506100" cy="646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000">
                  <a:solidFill>
                    <a:schemeClr val="accent6"/>
                  </a:solidFill>
                  <a:latin typeface="Fira Code"/>
                  <a:ea typeface="Fira Code"/>
                  <a:cs typeface="Fira Code"/>
                  <a:sym typeface="Fira Code"/>
                </a:rPr>
                <a:t>}</a:t>
              </a:r>
              <a:endParaRPr sz="3000">
                <a:solidFill>
                  <a:schemeClr val="accent6"/>
                </a:solidFill>
                <a:latin typeface="Fira Code"/>
                <a:ea typeface="Fira Code"/>
                <a:cs typeface="Fira Code"/>
                <a:sym typeface="Fira Code"/>
              </a:endParaRPr>
            </a:p>
          </p:txBody>
        </p:sp>
        <p:cxnSp>
          <p:nvCxnSpPr>
            <p:cNvPr id="565" name="Google Shape;565;p32">
              <a:extLst>
                <a:ext uri="{FF2B5EF4-FFF2-40B4-BE49-F238E27FC236}">
                  <a16:creationId xmlns:a16="http://schemas.microsoft.com/office/drawing/2014/main" id="{A6471BC5-367F-D330-FE46-9F3E89E58F57}"/>
                </a:ext>
              </a:extLst>
            </p:cNvPr>
            <p:cNvCxnSpPr/>
            <p:nvPr/>
          </p:nvCxnSpPr>
          <p:spPr>
            <a:xfrm>
              <a:off x="1337875" y="1168950"/>
              <a:ext cx="0" cy="2767200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569" name="Google Shape;569;p32">
            <a:extLst>
              <a:ext uri="{FF2B5EF4-FFF2-40B4-BE49-F238E27FC236}">
                <a16:creationId xmlns:a16="http://schemas.microsoft.com/office/drawing/2014/main" id="{DDCA72DB-56BE-D26B-3BD6-7B3AC4690E27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710125" y="4694725"/>
            <a:ext cx="48651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accent3"/>
                </a:solidFill>
              </a:rPr>
              <a:t>Java Bootcamp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570" name="Google Shape;570;p32">
            <a:extLst>
              <a:ext uri="{FF2B5EF4-FFF2-40B4-BE49-F238E27FC236}">
                <a16:creationId xmlns:a16="http://schemas.microsoft.com/office/drawing/2014/main" id="{CBF099CC-E168-DFFE-B628-FA8A28AC2D03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accent3"/>
                </a:solidFill>
              </a:rPr>
              <a:t>Tuwaiq Academy</a:t>
            </a:r>
          </a:p>
        </p:txBody>
      </p:sp>
      <p:sp>
        <p:nvSpPr>
          <p:cNvPr id="571" name="Google Shape;571;p32">
            <a:extLst>
              <a:ext uri="{FF2B5EF4-FFF2-40B4-BE49-F238E27FC236}">
                <a16:creationId xmlns:a16="http://schemas.microsoft.com/office/drawing/2014/main" id="{BD8FB643-F3F6-73A5-8F82-8665462E1117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chemeClr val="accent6"/>
                </a:solidFill>
                <a:effectLst/>
              </a:rPr>
              <a:t>Rating System</a:t>
            </a:r>
          </a:p>
        </p:txBody>
      </p:sp>
      <p:pic>
        <p:nvPicPr>
          <p:cNvPr id="10" name="Picture 9" descr="A computer screen shot of a program&#10;&#10;AI-generated content may be incorrect.">
            <a:extLst>
              <a:ext uri="{FF2B5EF4-FFF2-40B4-BE49-F238E27FC236}">
                <a16:creationId xmlns:a16="http://schemas.microsoft.com/office/drawing/2014/main" id="{3717BBD0-24B9-AF30-7166-3206E14FEC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9316" y="1151950"/>
            <a:ext cx="5908744" cy="32358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05818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30"/>
          <p:cNvSpPr txBox="1">
            <a:spLocks noGrp="1"/>
          </p:cNvSpPr>
          <p:nvPr>
            <p:ph type="title"/>
          </p:nvPr>
        </p:nvSpPr>
        <p:spPr>
          <a:xfrm flipH="1">
            <a:off x="2054663" y="586975"/>
            <a:ext cx="1842300" cy="1104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 dirty="0"/>
              <a:t>02 </a:t>
            </a:r>
            <a:r>
              <a:rPr lang="en" sz="5000" dirty="0">
                <a:solidFill>
                  <a:schemeClr val="accent6"/>
                </a:solidFill>
              </a:rPr>
              <a:t>{</a:t>
            </a:r>
            <a:endParaRPr sz="5000" dirty="0">
              <a:solidFill>
                <a:schemeClr val="accent6"/>
              </a:solidFill>
            </a:endParaRPr>
          </a:p>
        </p:txBody>
      </p:sp>
      <p:sp>
        <p:nvSpPr>
          <p:cNvPr id="501" name="Google Shape;501;p30"/>
          <p:cNvSpPr txBox="1">
            <a:spLocks noGrp="1"/>
          </p:cNvSpPr>
          <p:nvPr>
            <p:ph type="title" idx="2"/>
          </p:nvPr>
        </p:nvSpPr>
        <p:spPr>
          <a:xfrm>
            <a:off x="2605788" y="1846623"/>
            <a:ext cx="5377200" cy="535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6"/>
                </a:solidFill>
              </a:rPr>
              <a:t>[</a:t>
            </a:r>
            <a:r>
              <a:rPr lang="en-US" dirty="0">
                <a:solidFill>
                  <a:schemeClr val="accent1"/>
                </a:solidFill>
              </a:rPr>
              <a:t>Static System</a:t>
            </a:r>
            <a:r>
              <a:rPr lang="en" dirty="0">
                <a:solidFill>
                  <a:schemeClr val="accent6"/>
                </a:solidFill>
              </a:rPr>
              <a:t>]</a:t>
            </a:r>
            <a:r>
              <a:rPr lang="en" dirty="0">
                <a:solidFill>
                  <a:schemeClr val="accent1"/>
                </a:solidFill>
              </a:rPr>
              <a:t> </a:t>
            </a:r>
            <a:endParaRPr dirty="0">
              <a:solidFill>
                <a:schemeClr val="accent3"/>
              </a:solidFill>
            </a:endParaRPr>
          </a:p>
        </p:txBody>
      </p:sp>
      <p:sp>
        <p:nvSpPr>
          <p:cNvPr id="502" name="Google Shape;502;p30"/>
          <p:cNvSpPr txBox="1">
            <a:spLocks noGrp="1"/>
          </p:cNvSpPr>
          <p:nvPr>
            <p:ph type="subTitle" idx="1"/>
          </p:nvPr>
        </p:nvSpPr>
        <p:spPr>
          <a:xfrm>
            <a:off x="3038363" y="2448125"/>
            <a:ext cx="3960900" cy="783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&lt; Users + Products + Stock&gt;</a:t>
            </a:r>
            <a:endParaRPr dirty="0"/>
          </a:p>
        </p:txBody>
      </p:sp>
      <p:sp>
        <p:nvSpPr>
          <p:cNvPr id="503" name="Google Shape;503;p30"/>
          <p:cNvSpPr txBox="1"/>
          <p:nvPr/>
        </p:nvSpPr>
        <p:spPr>
          <a:xfrm>
            <a:off x="2127375" y="3586575"/>
            <a:ext cx="506100" cy="7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>
                <a:solidFill>
                  <a:schemeClr val="accent6"/>
                </a:solidFill>
                <a:latin typeface="Fira Code"/>
                <a:ea typeface="Fira Code"/>
                <a:cs typeface="Fira Code"/>
                <a:sym typeface="Fira Code"/>
              </a:rPr>
              <a:t>}</a:t>
            </a:r>
            <a:endParaRPr sz="5000">
              <a:solidFill>
                <a:schemeClr val="accent6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cxnSp>
        <p:nvCxnSpPr>
          <p:cNvPr id="504" name="Google Shape;504;p30"/>
          <p:cNvCxnSpPr>
            <a:endCxn id="503" idx="0"/>
          </p:cNvCxnSpPr>
          <p:nvPr/>
        </p:nvCxnSpPr>
        <p:spPr>
          <a:xfrm>
            <a:off x="2380425" y="1478475"/>
            <a:ext cx="0" cy="2108100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05" name="Google Shape;505;p30"/>
          <p:cNvSpPr txBox="1">
            <a:spLocks noGrp="1"/>
          </p:cNvSpPr>
          <p:nvPr>
            <p:ph type="subTitle" idx="4294967295"/>
          </p:nvPr>
        </p:nvSpPr>
        <p:spPr>
          <a:xfrm>
            <a:off x="710125" y="4694725"/>
            <a:ext cx="48651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accent3"/>
                </a:solidFill>
              </a:rPr>
              <a:t>Java Bootcamp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506" name="Google Shape;506;p30"/>
          <p:cNvSpPr txBox="1">
            <a:spLocks noGrp="1"/>
          </p:cNvSpPr>
          <p:nvPr>
            <p:ph type="subTitle" idx="4294967295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accent3"/>
                </a:solidFill>
              </a:rPr>
              <a:t>Tuwaiq Academy</a:t>
            </a:r>
          </a:p>
        </p:txBody>
      </p:sp>
      <p:sp>
        <p:nvSpPr>
          <p:cNvPr id="507" name="Google Shape;507;p30"/>
          <p:cNvSpPr txBox="1">
            <a:spLocks noGrp="1"/>
          </p:cNvSpPr>
          <p:nvPr>
            <p:ph type="subTitle" idx="4294967295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accent3"/>
                </a:solidFill>
              </a:rPr>
              <a:t>Static System</a:t>
            </a:r>
            <a:endParaRPr sz="1400" dirty="0">
              <a:solidFill>
                <a:schemeClr val="accent3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p32"/>
          <p:cNvSpPr txBox="1">
            <a:spLocks noGrp="1"/>
          </p:cNvSpPr>
          <p:nvPr>
            <p:ph type="title"/>
          </p:nvPr>
        </p:nvSpPr>
        <p:spPr>
          <a:xfrm>
            <a:off x="1131500" y="621250"/>
            <a:ext cx="4045200" cy="530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Static System; </a:t>
            </a:r>
            <a:r>
              <a:rPr lang="en" dirty="0">
                <a:solidFill>
                  <a:schemeClr val="accent6"/>
                </a:solidFill>
              </a:rPr>
              <a:t>{</a:t>
            </a:r>
            <a:endParaRPr dirty="0">
              <a:solidFill>
                <a:schemeClr val="accent6"/>
              </a:solidFill>
            </a:endParaRPr>
          </a:p>
        </p:txBody>
      </p:sp>
      <p:grpSp>
        <p:nvGrpSpPr>
          <p:cNvPr id="563" name="Google Shape;563;p32"/>
          <p:cNvGrpSpPr/>
          <p:nvPr/>
        </p:nvGrpSpPr>
        <p:grpSpPr>
          <a:xfrm>
            <a:off x="1084825" y="1168950"/>
            <a:ext cx="506100" cy="3431975"/>
            <a:chOff x="1084825" y="1168950"/>
            <a:chExt cx="506100" cy="3431975"/>
          </a:xfrm>
        </p:grpSpPr>
        <p:sp>
          <p:nvSpPr>
            <p:cNvPr id="564" name="Google Shape;564;p32"/>
            <p:cNvSpPr txBox="1"/>
            <p:nvPr/>
          </p:nvSpPr>
          <p:spPr>
            <a:xfrm>
              <a:off x="1084825" y="3954425"/>
              <a:ext cx="506100" cy="646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000">
                  <a:solidFill>
                    <a:schemeClr val="accent6"/>
                  </a:solidFill>
                  <a:latin typeface="Fira Code"/>
                  <a:ea typeface="Fira Code"/>
                  <a:cs typeface="Fira Code"/>
                  <a:sym typeface="Fira Code"/>
                </a:rPr>
                <a:t>}</a:t>
              </a:r>
              <a:endParaRPr sz="3000">
                <a:solidFill>
                  <a:schemeClr val="accent6"/>
                </a:solidFill>
                <a:latin typeface="Fira Code"/>
                <a:ea typeface="Fira Code"/>
                <a:cs typeface="Fira Code"/>
                <a:sym typeface="Fira Code"/>
              </a:endParaRPr>
            </a:p>
          </p:txBody>
        </p:sp>
        <p:cxnSp>
          <p:nvCxnSpPr>
            <p:cNvPr id="565" name="Google Shape;565;p32"/>
            <p:cNvCxnSpPr/>
            <p:nvPr/>
          </p:nvCxnSpPr>
          <p:spPr>
            <a:xfrm>
              <a:off x="1337875" y="1168950"/>
              <a:ext cx="0" cy="2767200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569" name="Google Shape;569;p32"/>
          <p:cNvSpPr txBox="1">
            <a:spLocks noGrp="1"/>
          </p:cNvSpPr>
          <p:nvPr>
            <p:ph type="subTitle" idx="1"/>
          </p:nvPr>
        </p:nvSpPr>
        <p:spPr>
          <a:xfrm>
            <a:off x="710125" y="4694725"/>
            <a:ext cx="48651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accent3"/>
                </a:solidFill>
              </a:rPr>
              <a:t>Java Bootcamp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570" name="Google Shape;570;p32"/>
          <p:cNvSpPr txBox="1">
            <a:spLocks noGrp="1"/>
          </p:cNvSpPr>
          <p:nvPr>
            <p:ph type="subTitle" idx="1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accent3"/>
                </a:solidFill>
              </a:rPr>
              <a:t>Tuwaiq Academy</a:t>
            </a:r>
          </a:p>
        </p:txBody>
      </p:sp>
      <p:sp>
        <p:nvSpPr>
          <p:cNvPr id="571" name="Google Shape;571;p32"/>
          <p:cNvSpPr txBox="1">
            <a:spLocks noGrp="1"/>
          </p:cNvSpPr>
          <p:nvPr>
            <p:ph type="subTitle" idx="1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accent3"/>
                </a:solidFill>
              </a:rPr>
              <a:t>Static System</a:t>
            </a:r>
          </a:p>
        </p:txBody>
      </p:sp>
      <p:pic>
        <p:nvPicPr>
          <p:cNvPr id="3" name="Picture 2" descr="A screen shot of a computer code&#10;&#10;AI-generated content may be incorrect.">
            <a:extLst>
              <a:ext uri="{FF2B5EF4-FFF2-40B4-BE49-F238E27FC236}">
                <a16:creationId xmlns:a16="http://schemas.microsoft.com/office/drawing/2014/main" id="{66AFB39C-4DDC-337A-BCEF-3376776088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0925" y="1151950"/>
            <a:ext cx="5638762" cy="324685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9">
          <a:extLst>
            <a:ext uri="{FF2B5EF4-FFF2-40B4-BE49-F238E27FC236}">
              <a16:creationId xmlns:a16="http://schemas.microsoft.com/office/drawing/2014/main" id="{3E5A5C73-5BF2-4E2C-5A05-90A5EA6C3B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30">
            <a:extLst>
              <a:ext uri="{FF2B5EF4-FFF2-40B4-BE49-F238E27FC236}">
                <a16:creationId xmlns:a16="http://schemas.microsoft.com/office/drawing/2014/main" id="{B923DCB5-D84D-C880-3125-AF76A382086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 flipH="1">
            <a:off x="2054663" y="586975"/>
            <a:ext cx="1842300" cy="1104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 dirty="0"/>
              <a:t>03 </a:t>
            </a:r>
            <a:r>
              <a:rPr lang="en" sz="5000" dirty="0">
                <a:solidFill>
                  <a:schemeClr val="accent6"/>
                </a:solidFill>
              </a:rPr>
              <a:t>{</a:t>
            </a:r>
            <a:endParaRPr sz="5000" dirty="0">
              <a:solidFill>
                <a:schemeClr val="accent6"/>
              </a:solidFill>
            </a:endParaRPr>
          </a:p>
        </p:txBody>
      </p:sp>
      <p:sp>
        <p:nvSpPr>
          <p:cNvPr id="501" name="Google Shape;501;p30">
            <a:extLst>
              <a:ext uri="{FF2B5EF4-FFF2-40B4-BE49-F238E27FC236}">
                <a16:creationId xmlns:a16="http://schemas.microsoft.com/office/drawing/2014/main" id="{837A4294-9219-04D2-C9B0-A2F5DB37099E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2605788" y="1846623"/>
            <a:ext cx="5377200" cy="535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accent6"/>
                </a:solidFill>
              </a:rPr>
              <a:t>[</a:t>
            </a:r>
            <a:r>
              <a:rPr lang="en-US" dirty="0">
                <a:solidFill>
                  <a:schemeClr val="accent1"/>
                </a:solidFill>
              </a:rPr>
              <a:t>Filter By Price</a:t>
            </a:r>
            <a:r>
              <a:rPr lang="en-US" dirty="0">
                <a:solidFill>
                  <a:schemeClr val="accent6"/>
                </a:solidFill>
              </a:rPr>
              <a:t>]</a:t>
            </a:r>
            <a:r>
              <a:rPr lang="en-US" dirty="0">
                <a:solidFill>
                  <a:schemeClr val="accent1"/>
                </a:solidFill>
              </a:rPr>
              <a:t> </a:t>
            </a:r>
            <a:endParaRPr lang="en-US" dirty="0">
              <a:solidFill>
                <a:schemeClr val="accent3"/>
              </a:solidFill>
            </a:endParaRPr>
          </a:p>
        </p:txBody>
      </p:sp>
      <p:sp>
        <p:nvSpPr>
          <p:cNvPr id="502" name="Google Shape;502;p30">
            <a:extLst>
              <a:ext uri="{FF2B5EF4-FFF2-40B4-BE49-F238E27FC236}">
                <a16:creationId xmlns:a16="http://schemas.microsoft.com/office/drawing/2014/main" id="{268C87FA-1C28-D288-97AC-D9B1A5041095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3038363" y="2448125"/>
            <a:ext cx="3960900" cy="783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&lt; </a:t>
            </a:r>
            <a:r>
              <a:rPr lang="en-US" dirty="0"/>
              <a:t>get Filer by min and max</a:t>
            </a:r>
            <a:r>
              <a:rPr lang="en" dirty="0"/>
              <a:t>&gt;</a:t>
            </a:r>
            <a:endParaRPr dirty="0"/>
          </a:p>
        </p:txBody>
      </p:sp>
      <p:sp>
        <p:nvSpPr>
          <p:cNvPr id="503" name="Google Shape;503;p30">
            <a:extLst>
              <a:ext uri="{FF2B5EF4-FFF2-40B4-BE49-F238E27FC236}">
                <a16:creationId xmlns:a16="http://schemas.microsoft.com/office/drawing/2014/main" id="{A68BE890-FEFA-5D75-C633-043457E0A80A}"/>
              </a:ext>
            </a:extLst>
          </p:cNvPr>
          <p:cNvSpPr txBox="1"/>
          <p:nvPr/>
        </p:nvSpPr>
        <p:spPr>
          <a:xfrm>
            <a:off x="2127375" y="3586575"/>
            <a:ext cx="506100" cy="7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>
                <a:solidFill>
                  <a:schemeClr val="accent6"/>
                </a:solidFill>
                <a:latin typeface="Fira Code"/>
                <a:ea typeface="Fira Code"/>
                <a:cs typeface="Fira Code"/>
                <a:sym typeface="Fira Code"/>
              </a:rPr>
              <a:t>}</a:t>
            </a:r>
            <a:endParaRPr sz="5000">
              <a:solidFill>
                <a:schemeClr val="accent6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cxnSp>
        <p:nvCxnSpPr>
          <p:cNvPr id="504" name="Google Shape;504;p30">
            <a:extLst>
              <a:ext uri="{FF2B5EF4-FFF2-40B4-BE49-F238E27FC236}">
                <a16:creationId xmlns:a16="http://schemas.microsoft.com/office/drawing/2014/main" id="{20829D82-6163-2875-9065-A23195765D5D}"/>
              </a:ext>
            </a:extLst>
          </p:cNvPr>
          <p:cNvCxnSpPr>
            <a:endCxn id="503" idx="0"/>
          </p:cNvCxnSpPr>
          <p:nvPr/>
        </p:nvCxnSpPr>
        <p:spPr>
          <a:xfrm>
            <a:off x="2380425" y="1478475"/>
            <a:ext cx="0" cy="2108100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05" name="Google Shape;505;p30">
            <a:extLst>
              <a:ext uri="{FF2B5EF4-FFF2-40B4-BE49-F238E27FC236}">
                <a16:creationId xmlns:a16="http://schemas.microsoft.com/office/drawing/2014/main" id="{3D1C5FFB-A653-1FC4-1D80-0BF732C14DAD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710125" y="4694725"/>
            <a:ext cx="48651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accent3"/>
                </a:solidFill>
              </a:rPr>
              <a:t>Java Bootcamp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506" name="Google Shape;506;p30">
            <a:extLst>
              <a:ext uri="{FF2B5EF4-FFF2-40B4-BE49-F238E27FC236}">
                <a16:creationId xmlns:a16="http://schemas.microsoft.com/office/drawing/2014/main" id="{B948A554-DE9B-13CB-2F34-7548BD7A8BAB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accent3"/>
                </a:solidFill>
              </a:rPr>
              <a:t>Tuwaiq Academy</a:t>
            </a:r>
          </a:p>
        </p:txBody>
      </p:sp>
      <p:sp>
        <p:nvSpPr>
          <p:cNvPr id="507" name="Google Shape;507;p30">
            <a:extLst>
              <a:ext uri="{FF2B5EF4-FFF2-40B4-BE49-F238E27FC236}">
                <a16:creationId xmlns:a16="http://schemas.microsoft.com/office/drawing/2014/main" id="{9AF181DF-CF7F-2AF1-7BC4-C2F0FD0F2ADB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chemeClr val="accent6"/>
                </a:solidFill>
              </a:rPr>
              <a:t>Filter By Price</a:t>
            </a:r>
            <a:endParaRPr lang="en-US" dirty="0">
              <a:solidFill>
                <a:schemeClr val="accent6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089287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0">
          <a:extLst>
            <a:ext uri="{FF2B5EF4-FFF2-40B4-BE49-F238E27FC236}">
              <a16:creationId xmlns:a16="http://schemas.microsoft.com/office/drawing/2014/main" id="{42DC81A9-5EB5-608E-0BDF-49099F615D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p32">
            <a:extLst>
              <a:ext uri="{FF2B5EF4-FFF2-40B4-BE49-F238E27FC236}">
                <a16:creationId xmlns:a16="http://schemas.microsoft.com/office/drawing/2014/main" id="{7E678813-66FF-B293-6639-09468A3BF11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31500" y="621250"/>
            <a:ext cx="4045200" cy="530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Filter By Price; </a:t>
            </a:r>
            <a:r>
              <a:rPr lang="en-US" dirty="0">
                <a:solidFill>
                  <a:schemeClr val="accent6"/>
                </a:solidFill>
              </a:rPr>
              <a:t>{</a:t>
            </a:r>
          </a:p>
        </p:txBody>
      </p:sp>
      <p:grpSp>
        <p:nvGrpSpPr>
          <p:cNvPr id="563" name="Google Shape;563;p32">
            <a:extLst>
              <a:ext uri="{FF2B5EF4-FFF2-40B4-BE49-F238E27FC236}">
                <a16:creationId xmlns:a16="http://schemas.microsoft.com/office/drawing/2014/main" id="{93136D9E-B467-37F1-A509-0519D8185CDF}"/>
              </a:ext>
            </a:extLst>
          </p:cNvPr>
          <p:cNvGrpSpPr/>
          <p:nvPr/>
        </p:nvGrpSpPr>
        <p:grpSpPr>
          <a:xfrm>
            <a:off x="1084825" y="1168950"/>
            <a:ext cx="506100" cy="3431975"/>
            <a:chOff x="1084825" y="1168950"/>
            <a:chExt cx="506100" cy="3431975"/>
          </a:xfrm>
        </p:grpSpPr>
        <p:sp>
          <p:nvSpPr>
            <p:cNvPr id="564" name="Google Shape;564;p32">
              <a:extLst>
                <a:ext uri="{FF2B5EF4-FFF2-40B4-BE49-F238E27FC236}">
                  <a16:creationId xmlns:a16="http://schemas.microsoft.com/office/drawing/2014/main" id="{83762F76-BC8E-974B-C1F5-D1BF6734CAFB}"/>
                </a:ext>
              </a:extLst>
            </p:cNvPr>
            <p:cNvSpPr txBox="1"/>
            <p:nvPr/>
          </p:nvSpPr>
          <p:spPr>
            <a:xfrm>
              <a:off x="1084825" y="3954425"/>
              <a:ext cx="506100" cy="646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000">
                  <a:solidFill>
                    <a:schemeClr val="accent6"/>
                  </a:solidFill>
                  <a:latin typeface="Fira Code"/>
                  <a:ea typeface="Fira Code"/>
                  <a:cs typeface="Fira Code"/>
                  <a:sym typeface="Fira Code"/>
                </a:rPr>
                <a:t>}</a:t>
              </a:r>
              <a:endParaRPr sz="3000">
                <a:solidFill>
                  <a:schemeClr val="accent6"/>
                </a:solidFill>
                <a:latin typeface="Fira Code"/>
                <a:ea typeface="Fira Code"/>
                <a:cs typeface="Fira Code"/>
                <a:sym typeface="Fira Code"/>
              </a:endParaRPr>
            </a:p>
          </p:txBody>
        </p:sp>
        <p:cxnSp>
          <p:nvCxnSpPr>
            <p:cNvPr id="565" name="Google Shape;565;p32">
              <a:extLst>
                <a:ext uri="{FF2B5EF4-FFF2-40B4-BE49-F238E27FC236}">
                  <a16:creationId xmlns:a16="http://schemas.microsoft.com/office/drawing/2014/main" id="{CCC54263-7DFD-D2BF-ED2A-8A77B4FD0ADE}"/>
                </a:ext>
              </a:extLst>
            </p:cNvPr>
            <p:cNvCxnSpPr/>
            <p:nvPr/>
          </p:nvCxnSpPr>
          <p:spPr>
            <a:xfrm>
              <a:off x="1337875" y="1168950"/>
              <a:ext cx="0" cy="2767200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569" name="Google Shape;569;p32">
            <a:extLst>
              <a:ext uri="{FF2B5EF4-FFF2-40B4-BE49-F238E27FC236}">
                <a16:creationId xmlns:a16="http://schemas.microsoft.com/office/drawing/2014/main" id="{362E9146-3DA2-10A2-B9FE-62CF72E6B958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710125" y="4694725"/>
            <a:ext cx="48651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accent3"/>
                </a:solidFill>
              </a:rPr>
              <a:t>Java Bootcamp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570" name="Google Shape;570;p32">
            <a:extLst>
              <a:ext uri="{FF2B5EF4-FFF2-40B4-BE49-F238E27FC236}">
                <a16:creationId xmlns:a16="http://schemas.microsoft.com/office/drawing/2014/main" id="{23344B66-AACA-AA2A-0367-31EC460CC24B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accent3"/>
                </a:solidFill>
              </a:rPr>
              <a:t>Tuwaiq Academy</a:t>
            </a:r>
          </a:p>
        </p:txBody>
      </p:sp>
      <p:sp>
        <p:nvSpPr>
          <p:cNvPr id="571" name="Google Shape;571;p32">
            <a:extLst>
              <a:ext uri="{FF2B5EF4-FFF2-40B4-BE49-F238E27FC236}">
                <a16:creationId xmlns:a16="http://schemas.microsoft.com/office/drawing/2014/main" id="{6906A3A5-B4D9-E6A3-B96D-A703A0BB9B05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chemeClr val="accent6"/>
                </a:solidFill>
                <a:effectLst/>
              </a:rPr>
              <a:t>Filter By price</a:t>
            </a:r>
          </a:p>
        </p:txBody>
      </p:sp>
      <p:pic>
        <p:nvPicPr>
          <p:cNvPr id="2" name="Picture 1" descr="A screen shot of a computer code&#10;&#10;AI-generated content may be incorrect.">
            <a:extLst>
              <a:ext uri="{FF2B5EF4-FFF2-40B4-BE49-F238E27FC236}">
                <a16:creationId xmlns:a16="http://schemas.microsoft.com/office/drawing/2014/main" id="{26D1592A-22B5-9805-33D8-0066E584D0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7875" y="1151950"/>
            <a:ext cx="6261100" cy="311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39604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9">
          <a:extLst>
            <a:ext uri="{FF2B5EF4-FFF2-40B4-BE49-F238E27FC236}">
              <a16:creationId xmlns:a16="http://schemas.microsoft.com/office/drawing/2014/main" id="{C4E97EE2-7B1C-09EF-5409-AB06324D76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30">
            <a:extLst>
              <a:ext uri="{FF2B5EF4-FFF2-40B4-BE49-F238E27FC236}">
                <a16:creationId xmlns:a16="http://schemas.microsoft.com/office/drawing/2014/main" id="{51EC402C-6C83-161F-91F6-211DADD37C5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 flipH="1">
            <a:off x="2054663" y="586975"/>
            <a:ext cx="1842300" cy="1104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 dirty="0"/>
              <a:t>04 </a:t>
            </a:r>
            <a:r>
              <a:rPr lang="en" sz="5000" dirty="0">
                <a:solidFill>
                  <a:schemeClr val="accent6"/>
                </a:solidFill>
              </a:rPr>
              <a:t>{</a:t>
            </a:r>
            <a:endParaRPr sz="5000" dirty="0">
              <a:solidFill>
                <a:schemeClr val="accent6"/>
              </a:solidFill>
            </a:endParaRPr>
          </a:p>
        </p:txBody>
      </p:sp>
      <p:sp>
        <p:nvSpPr>
          <p:cNvPr id="501" name="Google Shape;501;p30">
            <a:extLst>
              <a:ext uri="{FF2B5EF4-FFF2-40B4-BE49-F238E27FC236}">
                <a16:creationId xmlns:a16="http://schemas.microsoft.com/office/drawing/2014/main" id="{EBC1E721-D0EA-7A30-83BD-DBA34044D0E6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2605788" y="1846623"/>
            <a:ext cx="5377200" cy="535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accent6"/>
                </a:solidFill>
              </a:rPr>
              <a:t>[</a:t>
            </a:r>
            <a:r>
              <a:rPr lang="en-US" dirty="0">
                <a:solidFill>
                  <a:schemeClr val="accent1"/>
                </a:solidFill>
              </a:rPr>
              <a:t>Available Product</a:t>
            </a:r>
            <a:r>
              <a:rPr lang="en-US" dirty="0">
                <a:solidFill>
                  <a:schemeClr val="accent6"/>
                </a:solidFill>
              </a:rPr>
              <a:t>]</a:t>
            </a:r>
            <a:r>
              <a:rPr lang="en-US" dirty="0">
                <a:solidFill>
                  <a:schemeClr val="accent1"/>
                </a:solidFill>
              </a:rPr>
              <a:t> </a:t>
            </a:r>
            <a:endParaRPr lang="en-US" dirty="0">
              <a:solidFill>
                <a:schemeClr val="accent3"/>
              </a:solidFill>
            </a:endParaRPr>
          </a:p>
        </p:txBody>
      </p:sp>
      <p:sp>
        <p:nvSpPr>
          <p:cNvPr id="502" name="Google Shape;502;p30">
            <a:extLst>
              <a:ext uri="{FF2B5EF4-FFF2-40B4-BE49-F238E27FC236}">
                <a16:creationId xmlns:a16="http://schemas.microsoft.com/office/drawing/2014/main" id="{8E29B448-29D7-D503-639F-AAE4F19DF234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3038363" y="2448125"/>
            <a:ext cx="3960900" cy="783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&lt; </a:t>
            </a:r>
            <a:r>
              <a:rPr lang="en-US" dirty="0"/>
              <a:t>get Available product in stock </a:t>
            </a:r>
            <a:r>
              <a:rPr lang="en" dirty="0"/>
              <a:t>&gt;</a:t>
            </a:r>
            <a:endParaRPr dirty="0"/>
          </a:p>
        </p:txBody>
      </p:sp>
      <p:sp>
        <p:nvSpPr>
          <p:cNvPr id="503" name="Google Shape;503;p30">
            <a:extLst>
              <a:ext uri="{FF2B5EF4-FFF2-40B4-BE49-F238E27FC236}">
                <a16:creationId xmlns:a16="http://schemas.microsoft.com/office/drawing/2014/main" id="{5EACEB32-21D1-6DA5-B73D-0E50826F0862}"/>
              </a:ext>
            </a:extLst>
          </p:cNvPr>
          <p:cNvSpPr txBox="1"/>
          <p:nvPr/>
        </p:nvSpPr>
        <p:spPr>
          <a:xfrm>
            <a:off x="2127375" y="3586575"/>
            <a:ext cx="506100" cy="7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>
                <a:solidFill>
                  <a:schemeClr val="accent6"/>
                </a:solidFill>
                <a:latin typeface="Fira Code"/>
                <a:ea typeface="Fira Code"/>
                <a:cs typeface="Fira Code"/>
                <a:sym typeface="Fira Code"/>
              </a:rPr>
              <a:t>}</a:t>
            </a:r>
            <a:endParaRPr sz="5000">
              <a:solidFill>
                <a:schemeClr val="accent6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cxnSp>
        <p:nvCxnSpPr>
          <p:cNvPr id="504" name="Google Shape;504;p30">
            <a:extLst>
              <a:ext uri="{FF2B5EF4-FFF2-40B4-BE49-F238E27FC236}">
                <a16:creationId xmlns:a16="http://schemas.microsoft.com/office/drawing/2014/main" id="{B80DFEDA-8492-991B-8B3F-6C6EA7A08B23}"/>
              </a:ext>
            </a:extLst>
          </p:cNvPr>
          <p:cNvCxnSpPr>
            <a:endCxn id="503" idx="0"/>
          </p:cNvCxnSpPr>
          <p:nvPr/>
        </p:nvCxnSpPr>
        <p:spPr>
          <a:xfrm>
            <a:off x="2380425" y="1478475"/>
            <a:ext cx="0" cy="2108100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05" name="Google Shape;505;p30">
            <a:extLst>
              <a:ext uri="{FF2B5EF4-FFF2-40B4-BE49-F238E27FC236}">
                <a16:creationId xmlns:a16="http://schemas.microsoft.com/office/drawing/2014/main" id="{5AF620D1-E884-FE56-BBFD-2F9A91DFF766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710125" y="4694725"/>
            <a:ext cx="48651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accent3"/>
                </a:solidFill>
              </a:rPr>
              <a:t>Java Bootcamp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506" name="Google Shape;506;p30">
            <a:extLst>
              <a:ext uri="{FF2B5EF4-FFF2-40B4-BE49-F238E27FC236}">
                <a16:creationId xmlns:a16="http://schemas.microsoft.com/office/drawing/2014/main" id="{54209078-200C-1D1F-1709-3188C1AD3DB8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accent3"/>
                </a:solidFill>
              </a:rPr>
              <a:t>Tuwaiq Academy</a:t>
            </a:r>
          </a:p>
        </p:txBody>
      </p:sp>
      <p:sp>
        <p:nvSpPr>
          <p:cNvPr id="507" name="Google Shape;507;p30">
            <a:extLst>
              <a:ext uri="{FF2B5EF4-FFF2-40B4-BE49-F238E27FC236}">
                <a16:creationId xmlns:a16="http://schemas.microsoft.com/office/drawing/2014/main" id="{190FEBCB-927D-4846-96B5-D0E9131EA3E0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chemeClr val="accent6"/>
                </a:solidFill>
              </a:rPr>
              <a:t>Available Product</a:t>
            </a:r>
            <a:endParaRPr lang="en-US" dirty="0">
              <a:solidFill>
                <a:schemeClr val="accent6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6569131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0">
          <a:extLst>
            <a:ext uri="{FF2B5EF4-FFF2-40B4-BE49-F238E27FC236}">
              <a16:creationId xmlns:a16="http://schemas.microsoft.com/office/drawing/2014/main" id="{C102F3D8-4DB5-C00A-99B2-0CD4CE9D1F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p32">
            <a:extLst>
              <a:ext uri="{FF2B5EF4-FFF2-40B4-BE49-F238E27FC236}">
                <a16:creationId xmlns:a16="http://schemas.microsoft.com/office/drawing/2014/main" id="{3189D5EA-A667-FBB5-06CA-AC5E2A43C49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31500" y="621250"/>
            <a:ext cx="4045200" cy="530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Available Product; </a:t>
            </a:r>
            <a:r>
              <a:rPr lang="en-US" dirty="0">
                <a:solidFill>
                  <a:schemeClr val="accent6"/>
                </a:solidFill>
              </a:rPr>
              <a:t>{</a:t>
            </a:r>
          </a:p>
        </p:txBody>
      </p:sp>
      <p:grpSp>
        <p:nvGrpSpPr>
          <p:cNvPr id="563" name="Google Shape;563;p32">
            <a:extLst>
              <a:ext uri="{FF2B5EF4-FFF2-40B4-BE49-F238E27FC236}">
                <a16:creationId xmlns:a16="http://schemas.microsoft.com/office/drawing/2014/main" id="{8B625CB7-B654-58C2-65F4-F785CFC25905}"/>
              </a:ext>
            </a:extLst>
          </p:cNvPr>
          <p:cNvGrpSpPr/>
          <p:nvPr/>
        </p:nvGrpSpPr>
        <p:grpSpPr>
          <a:xfrm>
            <a:off x="1084825" y="1168950"/>
            <a:ext cx="506100" cy="3431975"/>
            <a:chOff x="1084825" y="1168950"/>
            <a:chExt cx="506100" cy="3431975"/>
          </a:xfrm>
        </p:grpSpPr>
        <p:sp>
          <p:nvSpPr>
            <p:cNvPr id="564" name="Google Shape;564;p32">
              <a:extLst>
                <a:ext uri="{FF2B5EF4-FFF2-40B4-BE49-F238E27FC236}">
                  <a16:creationId xmlns:a16="http://schemas.microsoft.com/office/drawing/2014/main" id="{06E6AD39-D4D6-90A7-60F6-361C6164366A}"/>
                </a:ext>
              </a:extLst>
            </p:cNvPr>
            <p:cNvSpPr txBox="1"/>
            <p:nvPr/>
          </p:nvSpPr>
          <p:spPr>
            <a:xfrm>
              <a:off x="1084825" y="3954425"/>
              <a:ext cx="506100" cy="646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000">
                  <a:solidFill>
                    <a:schemeClr val="accent6"/>
                  </a:solidFill>
                  <a:latin typeface="Fira Code"/>
                  <a:ea typeface="Fira Code"/>
                  <a:cs typeface="Fira Code"/>
                  <a:sym typeface="Fira Code"/>
                </a:rPr>
                <a:t>}</a:t>
              </a:r>
              <a:endParaRPr sz="3000">
                <a:solidFill>
                  <a:schemeClr val="accent6"/>
                </a:solidFill>
                <a:latin typeface="Fira Code"/>
                <a:ea typeface="Fira Code"/>
                <a:cs typeface="Fira Code"/>
                <a:sym typeface="Fira Code"/>
              </a:endParaRPr>
            </a:p>
          </p:txBody>
        </p:sp>
        <p:cxnSp>
          <p:nvCxnSpPr>
            <p:cNvPr id="565" name="Google Shape;565;p32">
              <a:extLst>
                <a:ext uri="{FF2B5EF4-FFF2-40B4-BE49-F238E27FC236}">
                  <a16:creationId xmlns:a16="http://schemas.microsoft.com/office/drawing/2014/main" id="{75B69EB7-136D-1ED5-56DF-1C938D19C463}"/>
                </a:ext>
              </a:extLst>
            </p:cNvPr>
            <p:cNvCxnSpPr/>
            <p:nvPr/>
          </p:nvCxnSpPr>
          <p:spPr>
            <a:xfrm>
              <a:off x="1337875" y="1168950"/>
              <a:ext cx="0" cy="2767200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569" name="Google Shape;569;p32">
            <a:extLst>
              <a:ext uri="{FF2B5EF4-FFF2-40B4-BE49-F238E27FC236}">
                <a16:creationId xmlns:a16="http://schemas.microsoft.com/office/drawing/2014/main" id="{CABB4049-727D-E5AD-D03F-1F033A8B386B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710125" y="4694725"/>
            <a:ext cx="48651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accent3"/>
                </a:solidFill>
              </a:rPr>
              <a:t>Java Bootcamp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570" name="Google Shape;570;p32">
            <a:extLst>
              <a:ext uri="{FF2B5EF4-FFF2-40B4-BE49-F238E27FC236}">
                <a16:creationId xmlns:a16="http://schemas.microsoft.com/office/drawing/2014/main" id="{AEB820D4-261B-9378-5D9B-39739CF7B6FD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accent3"/>
                </a:solidFill>
              </a:rPr>
              <a:t>Tuwaiq Academy</a:t>
            </a:r>
          </a:p>
        </p:txBody>
      </p:sp>
      <p:sp>
        <p:nvSpPr>
          <p:cNvPr id="571" name="Google Shape;571;p32">
            <a:extLst>
              <a:ext uri="{FF2B5EF4-FFF2-40B4-BE49-F238E27FC236}">
                <a16:creationId xmlns:a16="http://schemas.microsoft.com/office/drawing/2014/main" id="{BCD39C08-1E71-9B42-7F78-E83C328E43F0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chemeClr val="accent6"/>
                </a:solidFill>
              </a:rPr>
              <a:t>Available Product</a:t>
            </a:r>
            <a:endParaRPr lang="en-US" dirty="0">
              <a:solidFill>
                <a:schemeClr val="accent6"/>
              </a:solidFill>
              <a:effectLst/>
            </a:endParaRPr>
          </a:p>
        </p:txBody>
      </p:sp>
      <p:pic>
        <p:nvPicPr>
          <p:cNvPr id="4" name="Picture 3" descr="A screen shot of a computer program&#10;&#10;AI-generated content may be incorrect.">
            <a:extLst>
              <a:ext uri="{FF2B5EF4-FFF2-40B4-BE49-F238E27FC236}">
                <a16:creationId xmlns:a16="http://schemas.microsoft.com/office/drawing/2014/main" id="{4ACAF0F5-30E3-3672-2346-98ABC1836B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3040" y="889070"/>
            <a:ext cx="6591223" cy="3365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49224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9">
          <a:extLst>
            <a:ext uri="{FF2B5EF4-FFF2-40B4-BE49-F238E27FC236}">
              <a16:creationId xmlns:a16="http://schemas.microsoft.com/office/drawing/2014/main" id="{15374A3D-759B-724A-0D0E-76DAB30B99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30">
            <a:extLst>
              <a:ext uri="{FF2B5EF4-FFF2-40B4-BE49-F238E27FC236}">
                <a16:creationId xmlns:a16="http://schemas.microsoft.com/office/drawing/2014/main" id="{561AB82F-6CE7-EB6F-DF06-E5B0C775927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 flipH="1">
            <a:off x="2054663" y="586975"/>
            <a:ext cx="1842300" cy="1104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 dirty="0"/>
              <a:t>05 </a:t>
            </a:r>
            <a:r>
              <a:rPr lang="en" sz="5000" dirty="0">
                <a:solidFill>
                  <a:schemeClr val="accent6"/>
                </a:solidFill>
              </a:rPr>
              <a:t>{</a:t>
            </a:r>
            <a:endParaRPr sz="5000" dirty="0">
              <a:solidFill>
                <a:schemeClr val="accent6"/>
              </a:solidFill>
            </a:endParaRPr>
          </a:p>
        </p:txBody>
      </p:sp>
      <p:sp>
        <p:nvSpPr>
          <p:cNvPr id="501" name="Google Shape;501;p30">
            <a:extLst>
              <a:ext uri="{FF2B5EF4-FFF2-40B4-BE49-F238E27FC236}">
                <a16:creationId xmlns:a16="http://schemas.microsoft.com/office/drawing/2014/main" id="{5D23E81B-75A7-B4F1-5BBB-8212B47ED0FF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2605788" y="1846623"/>
            <a:ext cx="5377200" cy="535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6"/>
                </a:solidFill>
              </a:rPr>
              <a:t>[</a:t>
            </a:r>
            <a:r>
              <a:rPr lang="en-US" dirty="0">
                <a:solidFill>
                  <a:schemeClr val="accent1"/>
                </a:solidFill>
              </a:rPr>
              <a:t>Max Price</a:t>
            </a:r>
            <a:r>
              <a:rPr lang="en" dirty="0">
                <a:solidFill>
                  <a:schemeClr val="accent6"/>
                </a:solidFill>
              </a:rPr>
              <a:t>]</a:t>
            </a:r>
            <a:r>
              <a:rPr lang="en" dirty="0">
                <a:solidFill>
                  <a:schemeClr val="accent1"/>
                </a:solidFill>
              </a:rPr>
              <a:t> </a:t>
            </a:r>
            <a:endParaRPr dirty="0">
              <a:solidFill>
                <a:schemeClr val="accent3"/>
              </a:solidFill>
            </a:endParaRPr>
          </a:p>
        </p:txBody>
      </p:sp>
      <p:sp>
        <p:nvSpPr>
          <p:cNvPr id="502" name="Google Shape;502;p30">
            <a:extLst>
              <a:ext uri="{FF2B5EF4-FFF2-40B4-BE49-F238E27FC236}">
                <a16:creationId xmlns:a16="http://schemas.microsoft.com/office/drawing/2014/main" id="{CDD7F526-7756-D221-66B7-FB39EA36CFAC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3038363" y="2448125"/>
            <a:ext cx="3960900" cy="783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&lt; </a:t>
            </a:r>
            <a:r>
              <a:rPr lang="en-US" dirty="0"/>
              <a:t>get Max Price Product</a:t>
            </a:r>
            <a:r>
              <a:rPr lang="en" dirty="0"/>
              <a:t>&gt;</a:t>
            </a:r>
            <a:endParaRPr dirty="0"/>
          </a:p>
        </p:txBody>
      </p:sp>
      <p:sp>
        <p:nvSpPr>
          <p:cNvPr id="503" name="Google Shape;503;p30">
            <a:extLst>
              <a:ext uri="{FF2B5EF4-FFF2-40B4-BE49-F238E27FC236}">
                <a16:creationId xmlns:a16="http://schemas.microsoft.com/office/drawing/2014/main" id="{537846E1-C6DB-44E9-A308-6117D1341A83}"/>
              </a:ext>
            </a:extLst>
          </p:cNvPr>
          <p:cNvSpPr txBox="1"/>
          <p:nvPr/>
        </p:nvSpPr>
        <p:spPr>
          <a:xfrm>
            <a:off x="2127375" y="3586575"/>
            <a:ext cx="506100" cy="7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>
                <a:solidFill>
                  <a:schemeClr val="accent6"/>
                </a:solidFill>
                <a:latin typeface="Fira Code"/>
                <a:ea typeface="Fira Code"/>
                <a:cs typeface="Fira Code"/>
                <a:sym typeface="Fira Code"/>
              </a:rPr>
              <a:t>}</a:t>
            </a:r>
            <a:endParaRPr sz="5000">
              <a:solidFill>
                <a:schemeClr val="accent6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cxnSp>
        <p:nvCxnSpPr>
          <p:cNvPr id="504" name="Google Shape;504;p30">
            <a:extLst>
              <a:ext uri="{FF2B5EF4-FFF2-40B4-BE49-F238E27FC236}">
                <a16:creationId xmlns:a16="http://schemas.microsoft.com/office/drawing/2014/main" id="{288C6AAB-23E5-C704-AEED-EEDA93175502}"/>
              </a:ext>
            </a:extLst>
          </p:cNvPr>
          <p:cNvCxnSpPr>
            <a:endCxn id="503" idx="0"/>
          </p:cNvCxnSpPr>
          <p:nvPr/>
        </p:nvCxnSpPr>
        <p:spPr>
          <a:xfrm>
            <a:off x="2380425" y="1478475"/>
            <a:ext cx="0" cy="2108100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05" name="Google Shape;505;p30">
            <a:extLst>
              <a:ext uri="{FF2B5EF4-FFF2-40B4-BE49-F238E27FC236}">
                <a16:creationId xmlns:a16="http://schemas.microsoft.com/office/drawing/2014/main" id="{5A608FD4-E5AA-CFA9-5F84-5EF636159F40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710125" y="4694725"/>
            <a:ext cx="48651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accent3"/>
                </a:solidFill>
              </a:rPr>
              <a:t>Java Bootcamp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506" name="Google Shape;506;p30">
            <a:extLst>
              <a:ext uri="{FF2B5EF4-FFF2-40B4-BE49-F238E27FC236}">
                <a16:creationId xmlns:a16="http://schemas.microsoft.com/office/drawing/2014/main" id="{C71CF784-4EC6-3163-D837-960CC60EC0E8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accent3"/>
                </a:solidFill>
              </a:rPr>
              <a:t>Tuwaiq Academy</a:t>
            </a:r>
          </a:p>
        </p:txBody>
      </p:sp>
      <p:sp>
        <p:nvSpPr>
          <p:cNvPr id="507" name="Google Shape;507;p30">
            <a:extLst>
              <a:ext uri="{FF2B5EF4-FFF2-40B4-BE49-F238E27FC236}">
                <a16:creationId xmlns:a16="http://schemas.microsoft.com/office/drawing/2014/main" id="{E14FCFFB-C25E-2CEC-FF1C-3433D393FA21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chemeClr val="accent6"/>
                </a:solidFill>
                <a:effectLst/>
              </a:rPr>
              <a:t>Expensive Product System</a:t>
            </a:r>
          </a:p>
        </p:txBody>
      </p:sp>
    </p:spTree>
    <p:extLst>
      <p:ext uri="{BB962C8B-B14F-4D97-AF65-F5344CB8AC3E}">
        <p14:creationId xmlns:p14="http://schemas.microsoft.com/office/powerpoint/2010/main" val="15268571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0">
          <a:extLst>
            <a:ext uri="{FF2B5EF4-FFF2-40B4-BE49-F238E27FC236}">
              <a16:creationId xmlns:a16="http://schemas.microsoft.com/office/drawing/2014/main" id="{920508D7-4D6E-19BB-61E0-1AFAB8A57C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p32">
            <a:extLst>
              <a:ext uri="{FF2B5EF4-FFF2-40B4-BE49-F238E27FC236}">
                <a16:creationId xmlns:a16="http://schemas.microsoft.com/office/drawing/2014/main" id="{58A17920-E673-8840-B358-C74FD3D0782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31500" y="621250"/>
            <a:ext cx="4045200" cy="530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Max Price Product; </a:t>
            </a:r>
            <a:r>
              <a:rPr lang="en-US" dirty="0">
                <a:solidFill>
                  <a:schemeClr val="accent6"/>
                </a:solidFill>
              </a:rPr>
              <a:t>{</a:t>
            </a:r>
          </a:p>
        </p:txBody>
      </p:sp>
      <p:grpSp>
        <p:nvGrpSpPr>
          <p:cNvPr id="563" name="Google Shape;563;p32">
            <a:extLst>
              <a:ext uri="{FF2B5EF4-FFF2-40B4-BE49-F238E27FC236}">
                <a16:creationId xmlns:a16="http://schemas.microsoft.com/office/drawing/2014/main" id="{A73CFBE3-29C1-372B-8464-12EB63C8B5D0}"/>
              </a:ext>
            </a:extLst>
          </p:cNvPr>
          <p:cNvGrpSpPr/>
          <p:nvPr/>
        </p:nvGrpSpPr>
        <p:grpSpPr>
          <a:xfrm>
            <a:off x="1084825" y="1168950"/>
            <a:ext cx="506100" cy="3431975"/>
            <a:chOff x="1084825" y="1168950"/>
            <a:chExt cx="506100" cy="3431975"/>
          </a:xfrm>
        </p:grpSpPr>
        <p:sp>
          <p:nvSpPr>
            <p:cNvPr id="564" name="Google Shape;564;p32">
              <a:extLst>
                <a:ext uri="{FF2B5EF4-FFF2-40B4-BE49-F238E27FC236}">
                  <a16:creationId xmlns:a16="http://schemas.microsoft.com/office/drawing/2014/main" id="{85983C97-E992-CC0A-947C-DEDED492F47A}"/>
                </a:ext>
              </a:extLst>
            </p:cNvPr>
            <p:cNvSpPr txBox="1"/>
            <p:nvPr/>
          </p:nvSpPr>
          <p:spPr>
            <a:xfrm>
              <a:off x="1084825" y="3954425"/>
              <a:ext cx="506100" cy="646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000">
                  <a:solidFill>
                    <a:schemeClr val="accent6"/>
                  </a:solidFill>
                  <a:latin typeface="Fira Code"/>
                  <a:ea typeface="Fira Code"/>
                  <a:cs typeface="Fira Code"/>
                  <a:sym typeface="Fira Code"/>
                </a:rPr>
                <a:t>}</a:t>
              </a:r>
              <a:endParaRPr sz="3000">
                <a:solidFill>
                  <a:schemeClr val="accent6"/>
                </a:solidFill>
                <a:latin typeface="Fira Code"/>
                <a:ea typeface="Fira Code"/>
                <a:cs typeface="Fira Code"/>
                <a:sym typeface="Fira Code"/>
              </a:endParaRPr>
            </a:p>
          </p:txBody>
        </p:sp>
        <p:cxnSp>
          <p:nvCxnSpPr>
            <p:cNvPr id="565" name="Google Shape;565;p32">
              <a:extLst>
                <a:ext uri="{FF2B5EF4-FFF2-40B4-BE49-F238E27FC236}">
                  <a16:creationId xmlns:a16="http://schemas.microsoft.com/office/drawing/2014/main" id="{92158EA6-623E-610E-C60D-B16E2C8C0B8B}"/>
                </a:ext>
              </a:extLst>
            </p:cNvPr>
            <p:cNvCxnSpPr/>
            <p:nvPr/>
          </p:nvCxnSpPr>
          <p:spPr>
            <a:xfrm>
              <a:off x="1337875" y="1168950"/>
              <a:ext cx="0" cy="2767200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569" name="Google Shape;569;p32">
            <a:extLst>
              <a:ext uri="{FF2B5EF4-FFF2-40B4-BE49-F238E27FC236}">
                <a16:creationId xmlns:a16="http://schemas.microsoft.com/office/drawing/2014/main" id="{61DA7A41-0C75-34BE-DA60-79FE523E4797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710125" y="4694725"/>
            <a:ext cx="48651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accent3"/>
                </a:solidFill>
              </a:rPr>
              <a:t>Java Bootcamp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570" name="Google Shape;570;p32">
            <a:extLst>
              <a:ext uri="{FF2B5EF4-FFF2-40B4-BE49-F238E27FC236}">
                <a16:creationId xmlns:a16="http://schemas.microsoft.com/office/drawing/2014/main" id="{1862A6F8-28D5-81F2-6A94-508475127087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accent3"/>
                </a:solidFill>
              </a:rPr>
              <a:t>Tuwaiq Academy</a:t>
            </a:r>
          </a:p>
        </p:txBody>
      </p:sp>
      <p:sp>
        <p:nvSpPr>
          <p:cNvPr id="571" name="Google Shape;571;p32">
            <a:extLst>
              <a:ext uri="{FF2B5EF4-FFF2-40B4-BE49-F238E27FC236}">
                <a16:creationId xmlns:a16="http://schemas.microsoft.com/office/drawing/2014/main" id="{BB2412C6-6C0A-2518-A6AE-2773082A1F67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chemeClr val="accent6"/>
                </a:solidFill>
                <a:effectLst/>
              </a:rPr>
              <a:t>Expensive Product System</a:t>
            </a:r>
          </a:p>
        </p:txBody>
      </p:sp>
      <p:pic>
        <p:nvPicPr>
          <p:cNvPr id="3" name="Picture 2" descr="A screen shot of a computer code&#10;&#10;AI-generated content may be incorrect.">
            <a:extLst>
              <a:ext uri="{FF2B5EF4-FFF2-40B4-BE49-F238E27FC236}">
                <a16:creationId xmlns:a16="http://schemas.microsoft.com/office/drawing/2014/main" id="{4B2915AE-5C93-9194-1425-101871EEDC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4591" y="896456"/>
            <a:ext cx="6062867" cy="3628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37686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2" name="Google Shape;2522;p48"/>
          <p:cNvSpPr txBox="1">
            <a:spLocks noGrp="1"/>
          </p:cNvSpPr>
          <p:nvPr>
            <p:ph type="title"/>
          </p:nvPr>
        </p:nvSpPr>
        <p:spPr>
          <a:xfrm>
            <a:off x="1084825" y="756001"/>
            <a:ext cx="3895893" cy="1122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lt1"/>
                </a:solidFill>
              </a:rPr>
              <a:t>PostMapping(“/theEnd”)</a:t>
            </a:r>
            <a:r>
              <a:rPr lang="en" dirty="0">
                <a:solidFill>
                  <a:schemeClr val="accent3"/>
                </a:solidFill>
              </a:rPr>
              <a:t>{</a:t>
            </a:r>
            <a:endParaRPr dirty="0">
              <a:solidFill>
                <a:schemeClr val="lt1"/>
              </a:solidFill>
            </a:endParaRPr>
          </a:p>
        </p:txBody>
      </p:sp>
      <p:sp>
        <p:nvSpPr>
          <p:cNvPr id="2523" name="Google Shape;2523;p48"/>
          <p:cNvSpPr txBox="1">
            <a:spLocks noGrp="1"/>
          </p:cNvSpPr>
          <p:nvPr>
            <p:ph type="subTitle" idx="1"/>
          </p:nvPr>
        </p:nvSpPr>
        <p:spPr>
          <a:xfrm>
            <a:off x="1491190" y="1903459"/>
            <a:ext cx="3927484" cy="1687499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p</a:t>
            </a:r>
            <a:r>
              <a:rPr lang="en" dirty="0"/>
              <a:t>ublic String thank(String Thank, String You){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// Thank you all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}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524" name="Google Shape;2524;p48"/>
          <p:cNvSpPr txBox="1">
            <a:spLocks noGrp="1"/>
          </p:cNvSpPr>
          <p:nvPr>
            <p:ph type="subTitle" idx="4294967295"/>
          </p:nvPr>
        </p:nvSpPr>
        <p:spPr>
          <a:xfrm>
            <a:off x="710125" y="4694725"/>
            <a:ext cx="48651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accent3"/>
                </a:solidFill>
              </a:rPr>
              <a:t>JAVA Bootcamp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2525" name="Google Shape;2525;p48"/>
          <p:cNvSpPr txBox="1">
            <a:spLocks noGrp="1"/>
          </p:cNvSpPr>
          <p:nvPr>
            <p:ph type="subTitle" idx="4294967295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accent3"/>
                </a:solidFill>
              </a:rPr>
              <a:t>Tuwaiq Academy</a:t>
            </a:r>
            <a:endParaRPr sz="1400" dirty="0">
              <a:solidFill>
                <a:schemeClr val="accent3"/>
              </a:solidFill>
            </a:endParaRPr>
          </a:p>
        </p:txBody>
      </p:sp>
      <p:grpSp>
        <p:nvGrpSpPr>
          <p:cNvPr id="2527" name="Google Shape;2527;p48"/>
          <p:cNvGrpSpPr/>
          <p:nvPr/>
        </p:nvGrpSpPr>
        <p:grpSpPr>
          <a:xfrm>
            <a:off x="1062274" y="1852374"/>
            <a:ext cx="506100" cy="2323925"/>
            <a:chOff x="1084825" y="2246100"/>
            <a:chExt cx="506100" cy="2323925"/>
          </a:xfrm>
        </p:grpSpPr>
        <p:sp>
          <p:nvSpPr>
            <p:cNvPr id="2528" name="Google Shape;2528;p48"/>
            <p:cNvSpPr txBox="1"/>
            <p:nvPr/>
          </p:nvSpPr>
          <p:spPr>
            <a:xfrm>
              <a:off x="1084825" y="3954425"/>
              <a:ext cx="506100" cy="615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800">
                  <a:solidFill>
                    <a:schemeClr val="accent6"/>
                  </a:solidFill>
                  <a:latin typeface="Fira Code"/>
                  <a:ea typeface="Fira Code"/>
                  <a:cs typeface="Fira Code"/>
                  <a:sym typeface="Fira Code"/>
                </a:rPr>
                <a:t>}</a:t>
              </a:r>
              <a:endParaRPr sz="2800">
                <a:solidFill>
                  <a:schemeClr val="accent6"/>
                </a:solidFill>
                <a:latin typeface="Fira Code"/>
                <a:ea typeface="Fira Code"/>
                <a:cs typeface="Fira Code"/>
                <a:sym typeface="Fira Code"/>
              </a:endParaRPr>
            </a:p>
          </p:txBody>
        </p:sp>
        <p:cxnSp>
          <p:nvCxnSpPr>
            <p:cNvPr id="2529" name="Google Shape;2529;p48"/>
            <p:cNvCxnSpPr/>
            <p:nvPr/>
          </p:nvCxnSpPr>
          <p:spPr>
            <a:xfrm>
              <a:off x="1337875" y="2246100"/>
              <a:ext cx="0" cy="1687500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2530" name="Google Shape;2530;p48"/>
          <p:cNvSpPr txBox="1">
            <a:spLocks noGrp="1"/>
          </p:cNvSpPr>
          <p:nvPr>
            <p:ph type="subTitle" idx="4294967295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 dirty="0">
                <a:solidFill>
                  <a:schemeClr val="accent3"/>
                </a:solidFill>
              </a:rPr>
              <a:t>The End</a:t>
            </a:r>
            <a:endParaRPr sz="1400" dirty="0">
              <a:solidFill>
                <a:schemeClr val="accent3"/>
              </a:solidFill>
            </a:endParaRPr>
          </a:p>
        </p:txBody>
      </p:sp>
      <p:grpSp>
        <p:nvGrpSpPr>
          <p:cNvPr id="2531" name="Google Shape;2531;p48"/>
          <p:cNvGrpSpPr/>
          <p:nvPr/>
        </p:nvGrpSpPr>
        <p:grpSpPr>
          <a:xfrm>
            <a:off x="5572610" y="1173377"/>
            <a:ext cx="3439196" cy="2775803"/>
            <a:chOff x="4994678" y="1173377"/>
            <a:chExt cx="3439196" cy="2775803"/>
          </a:xfrm>
        </p:grpSpPr>
        <p:grpSp>
          <p:nvGrpSpPr>
            <p:cNvPr id="2532" name="Google Shape;2532;p48"/>
            <p:cNvGrpSpPr/>
            <p:nvPr/>
          </p:nvGrpSpPr>
          <p:grpSpPr>
            <a:xfrm>
              <a:off x="4994678" y="1173377"/>
              <a:ext cx="3439196" cy="2775803"/>
              <a:chOff x="4572031" y="1415284"/>
              <a:chExt cx="2875341" cy="2319354"/>
            </a:xfrm>
          </p:grpSpPr>
          <p:grpSp>
            <p:nvGrpSpPr>
              <p:cNvPr id="2533" name="Google Shape;2533;p48"/>
              <p:cNvGrpSpPr/>
              <p:nvPr/>
            </p:nvGrpSpPr>
            <p:grpSpPr>
              <a:xfrm>
                <a:off x="4572031" y="1415284"/>
                <a:ext cx="2875341" cy="1993075"/>
                <a:chOff x="3665860" y="822037"/>
                <a:chExt cx="4758136" cy="3243937"/>
              </a:xfrm>
            </p:grpSpPr>
            <p:grpSp>
              <p:nvGrpSpPr>
                <p:cNvPr id="2534" name="Google Shape;2534;p48"/>
                <p:cNvGrpSpPr/>
                <p:nvPr/>
              </p:nvGrpSpPr>
              <p:grpSpPr>
                <a:xfrm>
                  <a:off x="3665860" y="822037"/>
                  <a:ext cx="4758136" cy="3243937"/>
                  <a:chOff x="518725" y="252435"/>
                  <a:chExt cx="6524250" cy="4448015"/>
                </a:xfrm>
              </p:grpSpPr>
              <p:sp>
                <p:nvSpPr>
                  <p:cNvPr id="2535" name="Google Shape;2535;p48"/>
                  <p:cNvSpPr/>
                  <p:nvPr/>
                </p:nvSpPr>
                <p:spPr>
                  <a:xfrm>
                    <a:off x="518725" y="4131625"/>
                    <a:ext cx="6524250" cy="5688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970" h="22753" extrusionOk="0">
                        <a:moveTo>
                          <a:pt x="0" y="14846"/>
                        </a:moveTo>
                        <a:cubicBezTo>
                          <a:pt x="0" y="19169"/>
                          <a:pt x="4039" y="22753"/>
                          <a:pt x="8305" y="22753"/>
                        </a:cubicBezTo>
                        <a:lnTo>
                          <a:pt x="253120" y="22753"/>
                        </a:lnTo>
                        <a:cubicBezTo>
                          <a:pt x="257443" y="22696"/>
                          <a:pt x="260913" y="19169"/>
                          <a:pt x="260970" y="14846"/>
                        </a:cubicBezTo>
                        <a:lnTo>
                          <a:pt x="260970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 w="9525" cap="flat" cmpd="sng">
                    <a:solidFill>
                      <a:schemeClr val="accent3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solidFill>
                        <a:schemeClr val="accent3"/>
                      </a:solidFill>
                    </a:endParaRPr>
                  </a:p>
                </p:txBody>
              </p:sp>
              <p:sp>
                <p:nvSpPr>
                  <p:cNvPr id="2536" name="Google Shape;2536;p48"/>
                  <p:cNvSpPr/>
                  <p:nvPr/>
                </p:nvSpPr>
                <p:spPr>
                  <a:xfrm>
                    <a:off x="518725" y="252435"/>
                    <a:ext cx="6524250" cy="38935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970" h="155741" extrusionOk="0">
                        <a:moveTo>
                          <a:pt x="249594" y="9954"/>
                        </a:moveTo>
                        <a:lnTo>
                          <a:pt x="249594" y="144364"/>
                        </a:lnTo>
                        <a:lnTo>
                          <a:pt x="11376" y="144364"/>
                        </a:lnTo>
                        <a:lnTo>
                          <a:pt x="11376" y="9954"/>
                        </a:lnTo>
                        <a:close/>
                        <a:moveTo>
                          <a:pt x="8305" y="0"/>
                        </a:moveTo>
                        <a:cubicBezTo>
                          <a:pt x="4039" y="0"/>
                          <a:pt x="0" y="2844"/>
                          <a:pt x="0" y="7110"/>
                        </a:cubicBezTo>
                        <a:lnTo>
                          <a:pt x="0" y="155740"/>
                        </a:lnTo>
                        <a:lnTo>
                          <a:pt x="260970" y="155740"/>
                        </a:lnTo>
                        <a:lnTo>
                          <a:pt x="260970" y="7110"/>
                        </a:lnTo>
                        <a:cubicBezTo>
                          <a:pt x="260970" y="2844"/>
                          <a:pt x="257386" y="0"/>
                          <a:pt x="253120" y="0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 w="9525" cap="flat" cmpd="sng">
                    <a:solidFill>
                      <a:schemeClr val="accent3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solidFill>
                        <a:schemeClr val="accent3"/>
                      </a:solidFill>
                    </a:endParaRPr>
                  </a:p>
                </p:txBody>
              </p:sp>
            </p:grpSp>
            <p:sp>
              <p:nvSpPr>
                <p:cNvPr id="2537" name="Google Shape;2537;p48"/>
                <p:cNvSpPr/>
                <p:nvPr/>
              </p:nvSpPr>
              <p:spPr>
                <a:xfrm>
                  <a:off x="5947879" y="3778845"/>
                  <a:ext cx="194076" cy="16618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627" h="9100" extrusionOk="0">
                      <a:moveTo>
                        <a:pt x="6092" y="0"/>
                      </a:moveTo>
                      <a:cubicBezTo>
                        <a:pt x="2020" y="0"/>
                        <a:pt x="0" y="4900"/>
                        <a:pt x="2881" y="7747"/>
                      </a:cubicBezTo>
                      <a:cubicBezTo>
                        <a:pt x="3804" y="8681"/>
                        <a:pt x="4944" y="9100"/>
                        <a:pt x="6063" y="9100"/>
                      </a:cubicBezTo>
                      <a:cubicBezTo>
                        <a:pt x="8391" y="9100"/>
                        <a:pt x="10627" y="7286"/>
                        <a:pt x="10627" y="4536"/>
                      </a:cubicBezTo>
                      <a:cubicBezTo>
                        <a:pt x="10627" y="2020"/>
                        <a:pt x="8608" y="0"/>
                        <a:pt x="6092" y="0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accent3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accent3"/>
                    </a:solidFill>
                  </a:endParaRPr>
                </a:p>
              </p:txBody>
            </p:sp>
          </p:grpSp>
          <p:sp>
            <p:nvSpPr>
              <p:cNvPr id="2538" name="Google Shape;2538;p48"/>
              <p:cNvSpPr/>
              <p:nvPr/>
            </p:nvSpPr>
            <p:spPr>
              <a:xfrm>
                <a:off x="5498909" y="3408365"/>
                <a:ext cx="1040944" cy="326273"/>
              </a:xfrm>
              <a:custGeom>
                <a:avLst/>
                <a:gdLst/>
                <a:ahLst/>
                <a:cxnLst/>
                <a:rect l="l" t="t" r="r" b="b"/>
                <a:pathLst>
                  <a:path w="94481" h="29125" extrusionOk="0">
                    <a:moveTo>
                      <a:pt x="79805" y="18317"/>
                    </a:moveTo>
                    <a:cubicBezTo>
                      <a:pt x="74117" y="12515"/>
                      <a:pt x="73889" y="1"/>
                      <a:pt x="73889" y="1"/>
                    </a:cubicBezTo>
                    <a:lnTo>
                      <a:pt x="20592" y="1"/>
                    </a:lnTo>
                    <a:cubicBezTo>
                      <a:pt x="20592" y="1"/>
                      <a:pt x="20364" y="12515"/>
                      <a:pt x="14676" y="18317"/>
                    </a:cubicBezTo>
                    <a:cubicBezTo>
                      <a:pt x="8931" y="24175"/>
                      <a:pt x="1" y="29124"/>
                      <a:pt x="15529" y="29124"/>
                    </a:cubicBezTo>
                    <a:lnTo>
                      <a:pt x="78952" y="29124"/>
                    </a:lnTo>
                    <a:cubicBezTo>
                      <a:pt x="94480" y="29124"/>
                      <a:pt x="85493" y="24175"/>
                      <a:pt x="79805" y="18317"/>
                    </a:cubicBez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accent3"/>
                  </a:solidFill>
                </a:endParaRPr>
              </a:p>
            </p:txBody>
          </p:sp>
        </p:grpSp>
        <p:cxnSp>
          <p:nvCxnSpPr>
            <p:cNvPr id="2539" name="Google Shape;2539;p48"/>
            <p:cNvCxnSpPr/>
            <p:nvPr/>
          </p:nvCxnSpPr>
          <p:spPr>
            <a:xfrm rot="10800000">
              <a:off x="5370275" y="3949180"/>
              <a:ext cx="2688000" cy="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pic>
        <p:nvPicPr>
          <p:cNvPr id="3" name="Picture 2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83F8F8D1-C53A-B93F-8B7F-6DA8BBFF7E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22446" y="1325881"/>
            <a:ext cx="3112944" cy="176745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Programming Language Workshop for Beginners by Slidesgo">
  <a:themeElements>
    <a:clrScheme name="Simple Light">
      <a:dk1>
        <a:srgbClr val="2E323B"/>
      </a:dk1>
      <a:lt1>
        <a:srgbClr val="FF5858"/>
      </a:lt1>
      <a:dk2>
        <a:srgbClr val="72D9F0"/>
      </a:dk2>
      <a:lt2>
        <a:srgbClr val="FCC642"/>
      </a:lt2>
      <a:accent1>
        <a:srgbClr val="DBA0DB"/>
      </a:accent1>
      <a:accent2>
        <a:srgbClr val="A5CF27"/>
      </a:accent2>
      <a:accent3>
        <a:srgbClr val="E7E7E7"/>
      </a:accent3>
      <a:accent4>
        <a:srgbClr val="707070"/>
      </a:accent4>
      <a:accent5>
        <a:srgbClr val="16191F"/>
      </a:accent5>
      <a:accent6>
        <a:srgbClr val="FFFFFF"/>
      </a:accent6>
      <a:hlink>
        <a:srgbClr val="FF585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39</TotalTime>
  <Words>206</Words>
  <Application>Microsoft Macintosh PowerPoint</Application>
  <PresentationFormat>On-screen Show (16:9)</PresentationFormat>
  <Paragraphs>76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Fira Code</vt:lpstr>
      <vt:lpstr>Arial</vt:lpstr>
      <vt:lpstr>Programming Language Workshop for Beginners by Slidesgo</vt:lpstr>
      <vt:lpstr>Programming ‘Java’ {</vt:lpstr>
      <vt:lpstr>01 {</vt:lpstr>
      <vt:lpstr> Rating System; {</vt:lpstr>
      <vt:lpstr>02 {</vt:lpstr>
      <vt:lpstr>Static System; {</vt:lpstr>
      <vt:lpstr>03 {</vt:lpstr>
      <vt:lpstr>Filter By Price; {</vt:lpstr>
      <vt:lpstr>04 {</vt:lpstr>
      <vt:lpstr>Available Product; {</vt:lpstr>
      <vt:lpstr>05 {</vt:lpstr>
      <vt:lpstr>Max Price Product; {</vt:lpstr>
      <vt:lpstr>PostMapping(“/theEnd”){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ميسون صلاح شباب الحربي</cp:lastModifiedBy>
  <cp:revision>1</cp:revision>
  <dcterms:modified xsi:type="dcterms:W3CDTF">2026-05-05T13:53:43Z</dcterms:modified>
</cp:coreProperties>
</file>